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56" r:id="rId2"/>
    <p:sldId id="257" r:id="rId3"/>
    <p:sldId id="258" r:id="rId4"/>
    <p:sldId id="264" r:id="rId5"/>
    <p:sldId id="261" r:id="rId6"/>
    <p:sldId id="262" r:id="rId7"/>
    <p:sldId id="265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7" autoAdjust="0"/>
    <p:restoredTop sz="94660"/>
  </p:normalViewPr>
  <p:slideViewPr>
    <p:cSldViewPr snapToGrid="0">
      <p:cViewPr varScale="1">
        <p:scale>
          <a:sx n="90" d="100"/>
          <a:sy n="90" d="100"/>
        </p:scale>
        <p:origin x="355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BF36AB4D-68B9-48A2-8150-4DDA94F9E141}" type="doc">
      <dgm:prSet loTypeId="urn:microsoft.com/office/officeart/2005/8/layout/hierarchy3" loCatId="hierarchy" qsTypeId="urn:microsoft.com/office/officeart/2005/8/quickstyle/simple1" qsCatId="simple" csTypeId="urn:microsoft.com/office/officeart/2005/8/colors/colorful5" csCatId="colorful" phldr="1"/>
      <dgm:spPr/>
      <dgm:t>
        <a:bodyPr/>
        <a:lstStyle/>
        <a:p>
          <a:endParaRPr lang="en-US"/>
        </a:p>
      </dgm:t>
    </dgm:pt>
    <dgm:pt modelId="{32D0AF28-D0FA-4F65-B2F7-23AAEEEE0F94}">
      <dgm:prSet custT="1"/>
      <dgm:spPr/>
      <dgm:t>
        <a:bodyPr/>
        <a:lstStyle/>
        <a:p>
          <a:r>
            <a:rPr lang="ja-JP" altLang="en-US" sz="4800" dirty="0"/>
            <a:t>福岡の夜景を整理し、</a:t>
          </a:r>
          <a:endParaRPr lang="en-US" altLang="ja-JP" sz="4800" dirty="0"/>
        </a:p>
        <a:p>
          <a:r>
            <a:rPr lang="ja-JP" sz="4800" dirty="0"/>
            <a:t>観光</a:t>
          </a:r>
          <a:r>
            <a:rPr lang="ja-JP" altLang="en-US" sz="4800" dirty="0"/>
            <a:t>・</a:t>
          </a:r>
          <a:r>
            <a:rPr lang="ja-JP" sz="4800" dirty="0"/>
            <a:t>ドライブで使</a:t>
          </a:r>
          <a:r>
            <a:rPr lang="ja-JP" altLang="en-US" sz="4800" dirty="0"/>
            <a:t>える</a:t>
          </a:r>
          <a:r>
            <a:rPr lang="ja-JP" sz="4800" dirty="0"/>
            <a:t>情報サイトを目指す</a:t>
          </a:r>
          <a:endParaRPr lang="en-US" sz="4800" dirty="0"/>
        </a:p>
      </dgm:t>
    </dgm:pt>
    <dgm:pt modelId="{4B84B4DB-380C-4981-A74E-F50124B68B1F}" type="parTrans" cxnId="{DB6B11AB-7A3D-4C5F-9973-C80F8319E836}">
      <dgm:prSet/>
      <dgm:spPr/>
      <dgm:t>
        <a:bodyPr/>
        <a:lstStyle/>
        <a:p>
          <a:endParaRPr lang="en-US"/>
        </a:p>
      </dgm:t>
    </dgm:pt>
    <dgm:pt modelId="{8A3CF4E5-3706-415E-9D31-BFE21C2F1426}" type="sibTrans" cxnId="{DB6B11AB-7A3D-4C5F-9973-C80F8319E836}">
      <dgm:prSet/>
      <dgm:spPr/>
      <dgm:t>
        <a:bodyPr/>
        <a:lstStyle/>
        <a:p>
          <a:endParaRPr lang="en-US"/>
        </a:p>
      </dgm:t>
    </dgm:pt>
    <dgm:pt modelId="{FAF3DC12-E2A9-4756-B3F3-05EF6EEEFCB2}" type="pres">
      <dgm:prSet presAssocID="{BF36AB4D-68B9-48A2-8150-4DDA94F9E141}" presName="diagram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C59CBDA7-93F3-46EA-A1C6-77D3D8338590}" type="pres">
      <dgm:prSet presAssocID="{32D0AF28-D0FA-4F65-B2F7-23AAEEEE0F94}" presName="root" presStyleCnt="0"/>
      <dgm:spPr/>
    </dgm:pt>
    <dgm:pt modelId="{43B10BFC-DB0B-45B8-A90D-8E123D3939B8}" type="pres">
      <dgm:prSet presAssocID="{32D0AF28-D0FA-4F65-B2F7-23AAEEEE0F94}" presName="rootComposite" presStyleCnt="0"/>
      <dgm:spPr/>
    </dgm:pt>
    <dgm:pt modelId="{C0F6B9BB-A39E-4A6E-A407-173B59A17A04}" type="pres">
      <dgm:prSet presAssocID="{32D0AF28-D0FA-4F65-B2F7-23AAEEEE0F94}" presName="rootText" presStyleLbl="node1" presStyleIdx="0" presStyleCnt="1"/>
      <dgm:spPr/>
    </dgm:pt>
    <dgm:pt modelId="{31C5EF23-1F2D-491E-9123-C2BC704F9FCD}" type="pres">
      <dgm:prSet presAssocID="{32D0AF28-D0FA-4F65-B2F7-23AAEEEE0F94}" presName="rootConnector" presStyleLbl="node1" presStyleIdx="0" presStyleCnt="1"/>
      <dgm:spPr/>
    </dgm:pt>
    <dgm:pt modelId="{02692D66-F959-45E2-8D08-421BB6C66BBA}" type="pres">
      <dgm:prSet presAssocID="{32D0AF28-D0FA-4F65-B2F7-23AAEEEE0F94}" presName="childShape" presStyleCnt="0"/>
      <dgm:spPr/>
    </dgm:pt>
  </dgm:ptLst>
  <dgm:cxnLst>
    <dgm:cxn modelId="{CE39171B-41C4-4A7C-AB5A-691B3C6AEBE5}" type="presOf" srcId="{32D0AF28-D0FA-4F65-B2F7-23AAEEEE0F94}" destId="{C0F6B9BB-A39E-4A6E-A407-173B59A17A04}" srcOrd="0" destOrd="0" presId="urn:microsoft.com/office/officeart/2005/8/layout/hierarchy3"/>
    <dgm:cxn modelId="{A258CA60-FD24-40FA-9C66-85FE1B7A893D}" type="presOf" srcId="{32D0AF28-D0FA-4F65-B2F7-23AAEEEE0F94}" destId="{31C5EF23-1F2D-491E-9123-C2BC704F9FCD}" srcOrd="1" destOrd="0" presId="urn:microsoft.com/office/officeart/2005/8/layout/hierarchy3"/>
    <dgm:cxn modelId="{00F7939B-576A-4F5A-80EF-EC73A06AF356}" type="presOf" srcId="{BF36AB4D-68B9-48A2-8150-4DDA94F9E141}" destId="{FAF3DC12-E2A9-4756-B3F3-05EF6EEEFCB2}" srcOrd="0" destOrd="0" presId="urn:microsoft.com/office/officeart/2005/8/layout/hierarchy3"/>
    <dgm:cxn modelId="{DB6B11AB-7A3D-4C5F-9973-C80F8319E836}" srcId="{BF36AB4D-68B9-48A2-8150-4DDA94F9E141}" destId="{32D0AF28-D0FA-4F65-B2F7-23AAEEEE0F94}" srcOrd="0" destOrd="0" parTransId="{4B84B4DB-380C-4981-A74E-F50124B68B1F}" sibTransId="{8A3CF4E5-3706-415E-9D31-BFE21C2F1426}"/>
    <dgm:cxn modelId="{C5D5C954-ECF0-4B3A-A106-450BA47CE525}" type="presParOf" srcId="{FAF3DC12-E2A9-4756-B3F3-05EF6EEEFCB2}" destId="{C59CBDA7-93F3-46EA-A1C6-77D3D8338590}" srcOrd="0" destOrd="0" presId="urn:microsoft.com/office/officeart/2005/8/layout/hierarchy3"/>
    <dgm:cxn modelId="{79CCB044-87EF-4A5B-B689-8E4DC8A6F62F}" type="presParOf" srcId="{C59CBDA7-93F3-46EA-A1C6-77D3D8338590}" destId="{43B10BFC-DB0B-45B8-A90D-8E123D3939B8}" srcOrd="0" destOrd="0" presId="urn:microsoft.com/office/officeart/2005/8/layout/hierarchy3"/>
    <dgm:cxn modelId="{42801846-C805-4E35-81D7-6FA7EDC78A2A}" type="presParOf" srcId="{43B10BFC-DB0B-45B8-A90D-8E123D3939B8}" destId="{C0F6B9BB-A39E-4A6E-A407-173B59A17A04}" srcOrd="0" destOrd="0" presId="urn:microsoft.com/office/officeart/2005/8/layout/hierarchy3"/>
    <dgm:cxn modelId="{FB298C0F-5533-447D-8A90-F752627EE665}" type="presParOf" srcId="{43B10BFC-DB0B-45B8-A90D-8E123D3939B8}" destId="{31C5EF23-1F2D-491E-9123-C2BC704F9FCD}" srcOrd="1" destOrd="0" presId="urn:microsoft.com/office/officeart/2005/8/layout/hierarchy3"/>
    <dgm:cxn modelId="{621D87C0-592B-4963-B731-E26861AE59D0}" type="presParOf" srcId="{C59CBDA7-93F3-46EA-A1C6-77D3D8338590}" destId="{02692D66-F959-45E2-8D08-421BB6C66BBA}" srcOrd="1" destOrd="0" presId="urn:microsoft.com/office/officeart/2005/8/layout/hierarchy3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8C801ED2-88F9-40E5-A2EF-B166A14409F3}" type="doc">
      <dgm:prSet loTypeId="urn:microsoft.com/office/officeart/2005/8/layout/vList2" loCatId="list" qsTypeId="urn:microsoft.com/office/officeart/2005/8/quickstyle/simple1" qsCatId="simple" csTypeId="urn:microsoft.com/office/officeart/2005/8/colors/colorful5" csCatId="colorful"/>
      <dgm:spPr/>
      <dgm:t>
        <a:bodyPr/>
        <a:lstStyle/>
        <a:p>
          <a:endParaRPr lang="en-US"/>
        </a:p>
      </dgm:t>
    </dgm:pt>
    <dgm:pt modelId="{D44A15A8-4D7E-4D5E-8958-9F7BE1A211EE}">
      <dgm:prSet/>
      <dgm:spPr/>
      <dgm:t>
        <a:bodyPr/>
        <a:lstStyle/>
        <a:p>
          <a:r>
            <a:rPr lang="ja-JP"/>
            <a:t>トップページ </a:t>
          </a:r>
          <a:r>
            <a:rPr lang="en-US"/>
            <a:t>(HOME)</a:t>
          </a:r>
        </a:p>
      </dgm:t>
    </dgm:pt>
    <dgm:pt modelId="{6748C73D-02A5-4D8B-9A93-D13B70D781E7}" type="parTrans" cxnId="{CC797F24-57E7-4730-B50A-61D90B14378B}">
      <dgm:prSet/>
      <dgm:spPr/>
      <dgm:t>
        <a:bodyPr/>
        <a:lstStyle/>
        <a:p>
          <a:endParaRPr lang="en-US"/>
        </a:p>
      </dgm:t>
    </dgm:pt>
    <dgm:pt modelId="{5F777788-6B09-4158-A678-AA5B7DAB8475}" type="sibTrans" cxnId="{CC797F24-57E7-4730-B50A-61D90B14378B}">
      <dgm:prSet/>
      <dgm:spPr/>
      <dgm:t>
        <a:bodyPr/>
        <a:lstStyle/>
        <a:p>
          <a:endParaRPr lang="en-US"/>
        </a:p>
      </dgm:t>
    </dgm:pt>
    <dgm:pt modelId="{7D35E113-47B4-4232-B871-D957DCA34083}">
      <dgm:prSet/>
      <dgm:spPr/>
      <dgm:t>
        <a:bodyPr/>
        <a:lstStyle/>
        <a:p>
          <a:r>
            <a:rPr lang="ja-JP"/>
            <a:t>福岡市・近郊エリア</a:t>
          </a:r>
          <a:endParaRPr lang="en-US"/>
        </a:p>
      </dgm:t>
    </dgm:pt>
    <dgm:pt modelId="{6A372481-EC2E-4078-BEBB-7667205428A8}" type="parTrans" cxnId="{17AF21CC-D8FD-46B9-B6F4-D9F2681D274A}">
      <dgm:prSet/>
      <dgm:spPr/>
      <dgm:t>
        <a:bodyPr/>
        <a:lstStyle/>
        <a:p>
          <a:endParaRPr lang="en-US"/>
        </a:p>
      </dgm:t>
    </dgm:pt>
    <dgm:pt modelId="{F13F07F3-8717-4192-9F51-0FD894EA7BF2}" type="sibTrans" cxnId="{17AF21CC-D8FD-46B9-B6F4-D9F2681D274A}">
      <dgm:prSet/>
      <dgm:spPr/>
      <dgm:t>
        <a:bodyPr/>
        <a:lstStyle/>
        <a:p>
          <a:endParaRPr lang="en-US"/>
        </a:p>
      </dgm:t>
    </dgm:pt>
    <dgm:pt modelId="{C299351A-B55A-402C-9978-936E9782AE81}">
      <dgm:prSet/>
      <dgm:spPr/>
      <dgm:t>
        <a:bodyPr/>
        <a:lstStyle/>
        <a:p>
          <a:r>
            <a:rPr lang="ja-JP"/>
            <a:t>筑紫・筑後エリア</a:t>
          </a:r>
          <a:endParaRPr lang="en-US"/>
        </a:p>
      </dgm:t>
    </dgm:pt>
    <dgm:pt modelId="{A105E4AB-4886-46D3-8246-330505894DBD}" type="parTrans" cxnId="{1CA947C6-257A-44EE-BF07-DC4E11791228}">
      <dgm:prSet/>
      <dgm:spPr/>
      <dgm:t>
        <a:bodyPr/>
        <a:lstStyle/>
        <a:p>
          <a:endParaRPr lang="en-US"/>
        </a:p>
      </dgm:t>
    </dgm:pt>
    <dgm:pt modelId="{8CE689A8-9C16-4E25-888B-04B8D75CC968}" type="sibTrans" cxnId="{1CA947C6-257A-44EE-BF07-DC4E11791228}">
      <dgm:prSet/>
      <dgm:spPr/>
      <dgm:t>
        <a:bodyPr/>
        <a:lstStyle/>
        <a:p>
          <a:endParaRPr lang="en-US"/>
        </a:p>
      </dgm:t>
    </dgm:pt>
    <dgm:pt modelId="{AEC4C6CB-CD88-4C5A-BCC3-C5A0BE1C1C41}">
      <dgm:prSet/>
      <dgm:spPr/>
      <dgm:t>
        <a:bodyPr/>
        <a:lstStyle/>
        <a:p>
          <a:r>
            <a:rPr lang="ja-JP"/>
            <a:t>北九州エリア</a:t>
          </a:r>
          <a:endParaRPr lang="en-US"/>
        </a:p>
      </dgm:t>
    </dgm:pt>
    <dgm:pt modelId="{8DC154FC-37FF-4A81-9EAF-A94F1C8924F1}" type="parTrans" cxnId="{845B9B48-6C0D-443D-97E5-0DB3B6B79D5B}">
      <dgm:prSet/>
      <dgm:spPr/>
      <dgm:t>
        <a:bodyPr/>
        <a:lstStyle/>
        <a:p>
          <a:endParaRPr lang="en-US"/>
        </a:p>
      </dgm:t>
    </dgm:pt>
    <dgm:pt modelId="{C62B3353-1C5F-4F2D-BB18-7B7FD00791D9}" type="sibTrans" cxnId="{845B9B48-6C0D-443D-97E5-0DB3B6B79D5B}">
      <dgm:prSet/>
      <dgm:spPr/>
      <dgm:t>
        <a:bodyPr/>
        <a:lstStyle/>
        <a:p>
          <a:endParaRPr lang="en-US"/>
        </a:p>
      </dgm:t>
    </dgm:pt>
    <dgm:pt modelId="{DED5BF79-D7FB-476E-B15D-93C618EFC4E3}" type="pres">
      <dgm:prSet presAssocID="{8C801ED2-88F9-40E5-A2EF-B166A14409F3}" presName="linear" presStyleCnt="0">
        <dgm:presLayoutVars>
          <dgm:animLvl val="lvl"/>
          <dgm:resizeHandles val="exact"/>
        </dgm:presLayoutVars>
      </dgm:prSet>
      <dgm:spPr/>
    </dgm:pt>
    <dgm:pt modelId="{D27A9491-1647-4022-A349-5311FE84A378}" type="pres">
      <dgm:prSet presAssocID="{D44A15A8-4D7E-4D5E-8958-9F7BE1A211EE}" presName="parentText" presStyleLbl="node1" presStyleIdx="0" presStyleCnt="4">
        <dgm:presLayoutVars>
          <dgm:chMax val="0"/>
          <dgm:bulletEnabled val="1"/>
        </dgm:presLayoutVars>
      </dgm:prSet>
      <dgm:spPr/>
    </dgm:pt>
    <dgm:pt modelId="{81F74F79-C5FF-40E2-8A56-BFECA8891905}" type="pres">
      <dgm:prSet presAssocID="{5F777788-6B09-4158-A678-AA5B7DAB8475}" presName="spacer" presStyleCnt="0"/>
      <dgm:spPr/>
    </dgm:pt>
    <dgm:pt modelId="{FB10E1EB-ED69-4FAC-83CE-B5634D1C42FF}" type="pres">
      <dgm:prSet presAssocID="{7D35E113-47B4-4232-B871-D957DCA34083}" presName="parentText" presStyleLbl="node1" presStyleIdx="1" presStyleCnt="4">
        <dgm:presLayoutVars>
          <dgm:chMax val="0"/>
          <dgm:bulletEnabled val="1"/>
        </dgm:presLayoutVars>
      </dgm:prSet>
      <dgm:spPr/>
    </dgm:pt>
    <dgm:pt modelId="{3DC40D20-892C-4600-AA17-D9A3398AA692}" type="pres">
      <dgm:prSet presAssocID="{F13F07F3-8717-4192-9F51-0FD894EA7BF2}" presName="spacer" presStyleCnt="0"/>
      <dgm:spPr/>
    </dgm:pt>
    <dgm:pt modelId="{0ABD9633-8ED1-4D20-99BD-F7794415541F}" type="pres">
      <dgm:prSet presAssocID="{C299351A-B55A-402C-9978-936E9782AE81}" presName="parentText" presStyleLbl="node1" presStyleIdx="2" presStyleCnt="4">
        <dgm:presLayoutVars>
          <dgm:chMax val="0"/>
          <dgm:bulletEnabled val="1"/>
        </dgm:presLayoutVars>
      </dgm:prSet>
      <dgm:spPr/>
    </dgm:pt>
    <dgm:pt modelId="{339D1B94-A5EC-4C78-AA12-01DD3EF2AF7D}" type="pres">
      <dgm:prSet presAssocID="{8CE689A8-9C16-4E25-888B-04B8D75CC968}" presName="spacer" presStyleCnt="0"/>
      <dgm:spPr/>
    </dgm:pt>
    <dgm:pt modelId="{BD56CA92-015D-4AC5-B562-0675927A8697}" type="pres">
      <dgm:prSet presAssocID="{AEC4C6CB-CD88-4C5A-BCC3-C5A0BE1C1C41}" presName="parentText" presStyleLbl="node1" presStyleIdx="3" presStyleCnt="4">
        <dgm:presLayoutVars>
          <dgm:chMax val="0"/>
          <dgm:bulletEnabled val="1"/>
        </dgm:presLayoutVars>
      </dgm:prSet>
      <dgm:spPr/>
    </dgm:pt>
  </dgm:ptLst>
  <dgm:cxnLst>
    <dgm:cxn modelId="{CC797F24-57E7-4730-B50A-61D90B14378B}" srcId="{8C801ED2-88F9-40E5-A2EF-B166A14409F3}" destId="{D44A15A8-4D7E-4D5E-8958-9F7BE1A211EE}" srcOrd="0" destOrd="0" parTransId="{6748C73D-02A5-4D8B-9A93-D13B70D781E7}" sibTransId="{5F777788-6B09-4158-A678-AA5B7DAB8475}"/>
    <dgm:cxn modelId="{3B41E747-DFC3-4537-AC79-2FDB19537D21}" type="presOf" srcId="{D44A15A8-4D7E-4D5E-8958-9F7BE1A211EE}" destId="{D27A9491-1647-4022-A349-5311FE84A378}" srcOrd="0" destOrd="0" presId="urn:microsoft.com/office/officeart/2005/8/layout/vList2"/>
    <dgm:cxn modelId="{845B9B48-6C0D-443D-97E5-0DB3B6B79D5B}" srcId="{8C801ED2-88F9-40E5-A2EF-B166A14409F3}" destId="{AEC4C6CB-CD88-4C5A-BCC3-C5A0BE1C1C41}" srcOrd="3" destOrd="0" parTransId="{8DC154FC-37FF-4A81-9EAF-A94F1C8924F1}" sibTransId="{C62B3353-1C5F-4F2D-BB18-7B7FD00791D9}"/>
    <dgm:cxn modelId="{5D518953-A320-4AA9-9DC3-79794E463A70}" type="presOf" srcId="{C299351A-B55A-402C-9978-936E9782AE81}" destId="{0ABD9633-8ED1-4D20-99BD-F7794415541F}" srcOrd="0" destOrd="0" presId="urn:microsoft.com/office/officeart/2005/8/layout/vList2"/>
    <dgm:cxn modelId="{A6D3EF77-E212-49BF-A86B-5C4CDAACEC8A}" type="presOf" srcId="{8C801ED2-88F9-40E5-A2EF-B166A14409F3}" destId="{DED5BF79-D7FB-476E-B15D-93C618EFC4E3}" srcOrd="0" destOrd="0" presId="urn:microsoft.com/office/officeart/2005/8/layout/vList2"/>
    <dgm:cxn modelId="{19A3965A-523B-4DD3-BF4D-0B8A75EE5444}" type="presOf" srcId="{AEC4C6CB-CD88-4C5A-BCC3-C5A0BE1C1C41}" destId="{BD56CA92-015D-4AC5-B562-0675927A8697}" srcOrd="0" destOrd="0" presId="urn:microsoft.com/office/officeart/2005/8/layout/vList2"/>
    <dgm:cxn modelId="{1CA947C6-257A-44EE-BF07-DC4E11791228}" srcId="{8C801ED2-88F9-40E5-A2EF-B166A14409F3}" destId="{C299351A-B55A-402C-9978-936E9782AE81}" srcOrd="2" destOrd="0" parTransId="{A105E4AB-4886-46D3-8246-330505894DBD}" sibTransId="{8CE689A8-9C16-4E25-888B-04B8D75CC968}"/>
    <dgm:cxn modelId="{17AF21CC-D8FD-46B9-B6F4-D9F2681D274A}" srcId="{8C801ED2-88F9-40E5-A2EF-B166A14409F3}" destId="{7D35E113-47B4-4232-B871-D957DCA34083}" srcOrd="1" destOrd="0" parTransId="{6A372481-EC2E-4078-BEBB-7667205428A8}" sibTransId="{F13F07F3-8717-4192-9F51-0FD894EA7BF2}"/>
    <dgm:cxn modelId="{F85E71F5-CA4A-464B-8EC4-CC167A5B4788}" type="presOf" srcId="{7D35E113-47B4-4232-B871-D957DCA34083}" destId="{FB10E1EB-ED69-4FAC-83CE-B5634D1C42FF}" srcOrd="0" destOrd="0" presId="urn:microsoft.com/office/officeart/2005/8/layout/vList2"/>
    <dgm:cxn modelId="{AD960F62-E8AF-4EC6-8883-6ADCB69BD53E}" type="presParOf" srcId="{DED5BF79-D7FB-476E-B15D-93C618EFC4E3}" destId="{D27A9491-1647-4022-A349-5311FE84A378}" srcOrd="0" destOrd="0" presId="urn:microsoft.com/office/officeart/2005/8/layout/vList2"/>
    <dgm:cxn modelId="{7E13DC8F-6F0F-4124-B74C-E16847EB3C75}" type="presParOf" srcId="{DED5BF79-D7FB-476E-B15D-93C618EFC4E3}" destId="{81F74F79-C5FF-40E2-8A56-BFECA8891905}" srcOrd="1" destOrd="0" presId="urn:microsoft.com/office/officeart/2005/8/layout/vList2"/>
    <dgm:cxn modelId="{B59EA12E-1120-4071-833E-C61076B6B272}" type="presParOf" srcId="{DED5BF79-D7FB-476E-B15D-93C618EFC4E3}" destId="{FB10E1EB-ED69-4FAC-83CE-B5634D1C42FF}" srcOrd="2" destOrd="0" presId="urn:microsoft.com/office/officeart/2005/8/layout/vList2"/>
    <dgm:cxn modelId="{A660CAD4-2CB0-423B-8BE4-9F23019F9C2D}" type="presParOf" srcId="{DED5BF79-D7FB-476E-B15D-93C618EFC4E3}" destId="{3DC40D20-892C-4600-AA17-D9A3398AA692}" srcOrd="3" destOrd="0" presId="urn:microsoft.com/office/officeart/2005/8/layout/vList2"/>
    <dgm:cxn modelId="{28D58EF9-6B13-4EF7-9F3F-F11571A91EBB}" type="presParOf" srcId="{DED5BF79-D7FB-476E-B15D-93C618EFC4E3}" destId="{0ABD9633-8ED1-4D20-99BD-F7794415541F}" srcOrd="4" destOrd="0" presId="urn:microsoft.com/office/officeart/2005/8/layout/vList2"/>
    <dgm:cxn modelId="{907940B6-6101-4E97-9FFD-6EC8DFDDCFB1}" type="presParOf" srcId="{DED5BF79-D7FB-476E-B15D-93C618EFC4E3}" destId="{339D1B94-A5EC-4C78-AA12-01DD3EF2AF7D}" srcOrd="5" destOrd="0" presId="urn:microsoft.com/office/officeart/2005/8/layout/vList2"/>
    <dgm:cxn modelId="{E7673890-3AF3-4B24-B24A-029A47800A4B}" type="presParOf" srcId="{DED5BF79-D7FB-476E-B15D-93C618EFC4E3}" destId="{BD56CA92-015D-4AC5-B562-0675927A8697}" srcOrd="6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8C801ED2-88F9-40E5-A2EF-B166A14409F3}" type="doc">
      <dgm:prSet loTypeId="urn:microsoft.com/office/officeart/2005/8/layout/vList2" loCatId="list" qsTypeId="urn:microsoft.com/office/officeart/2005/8/quickstyle/simple1" qsCatId="simple" csTypeId="urn:microsoft.com/office/officeart/2005/8/colors/colorful5" csCatId="colorful" phldr="1"/>
      <dgm:spPr/>
      <dgm:t>
        <a:bodyPr/>
        <a:lstStyle/>
        <a:p>
          <a:endParaRPr lang="en-US"/>
        </a:p>
      </dgm:t>
    </dgm:pt>
    <dgm:pt modelId="{7D35E113-47B4-4232-B871-D957DCA34083}">
      <dgm:prSet/>
      <dgm:spPr/>
      <dgm:t>
        <a:bodyPr/>
        <a:lstStyle/>
        <a:p>
          <a:r>
            <a:rPr lang="ja-JP" dirty="0"/>
            <a:t>油山 </a:t>
          </a:r>
          <a:endParaRPr lang="en-US" dirty="0"/>
        </a:p>
      </dgm:t>
    </dgm:pt>
    <dgm:pt modelId="{6A372481-EC2E-4078-BEBB-7667205428A8}" type="parTrans" cxnId="{17AF21CC-D8FD-46B9-B6F4-D9F2681D274A}">
      <dgm:prSet/>
      <dgm:spPr/>
      <dgm:t>
        <a:bodyPr/>
        <a:lstStyle/>
        <a:p>
          <a:endParaRPr lang="en-US"/>
        </a:p>
      </dgm:t>
    </dgm:pt>
    <dgm:pt modelId="{F13F07F3-8717-4192-9F51-0FD894EA7BF2}" type="sibTrans" cxnId="{17AF21CC-D8FD-46B9-B6F4-D9F2681D274A}">
      <dgm:prSet/>
      <dgm:spPr/>
      <dgm:t>
        <a:bodyPr/>
        <a:lstStyle/>
        <a:p>
          <a:endParaRPr lang="en-US"/>
        </a:p>
      </dgm:t>
    </dgm:pt>
    <dgm:pt modelId="{AEC4C6CB-CD88-4C5A-BCC3-C5A0BE1C1C41}">
      <dgm:prSet/>
      <dgm:spPr/>
      <dgm:t>
        <a:bodyPr/>
        <a:lstStyle/>
        <a:p>
          <a:r>
            <a:rPr lang="ja-JP" altLang="en-US" dirty="0"/>
            <a:t>皿倉山</a:t>
          </a:r>
          <a:endParaRPr lang="en-US" dirty="0"/>
        </a:p>
      </dgm:t>
    </dgm:pt>
    <dgm:pt modelId="{8DC154FC-37FF-4A81-9EAF-A94F1C8924F1}" type="parTrans" cxnId="{845B9B48-6C0D-443D-97E5-0DB3B6B79D5B}">
      <dgm:prSet/>
      <dgm:spPr/>
      <dgm:t>
        <a:bodyPr/>
        <a:lstStyle/>
        <a:p>
          <a:endParaRPr lang="en-US"/>
        </a:p>
      </dgm:t>
    </dgm:pt>
    <dgm:pt modelId="{C62B3353-1C5F-4F2D-BB18-7B7FD00791D9}" type="sibTrans" cxnId="{845B9B48-6C0D-443D-97E5-0DB3B6B79D5B}">
      <dgm:prSet/>
      <dgm:spPr/>
      <dgm:t>
        <a:bodyPr/>
        <a:lstStyle/>
        <a:p>
          <a:endParaRPr lang="en-US"/>
        </a:p>
      </dgm:t>
    </dgm:pt>
    <dgm:pt modelId="{0AFBBC78-51B9-46B1-BACC-07DA3E19E596}">
      <dgm:prSet/>
      <dgm:spPr/>
      <dgm:t>
        <a:bodyPr/>
        <a:lstStyle/>
        <a:p>
          <a:pPr>
            <a:buNone/>
          </a:pPr>
          <a:r>
            <a:rPr lang="ja-JP" dirty="0"/>
            <a:t>福岡タワー </a:t>
          </a:r>
          <a:endParaRPr lang="en-US" altLang="ja-JP" dirty="0"/>
        </a:p>
      </dgm:t>
    </dgm:pt>
    <dgm:pt modelId="{DD81A28B-983F-4F8D-AEA2-119C5E0330F1}" type="parTrans" cxnId="{1174F396-4E66-4CF6-BBD5-E5F6B6BF1224}">
      <dgm:prSet/>
      <dgm:spPr/>
      <dgm:t>
        <a:bodyPr/>
        <a:lstStyle/>
        <a:p>
          <a:endParaRPr kumimoji="1" lang="ja-JP" altLang="en-US"/>
        </a:p>
      </dgm:t>
    </dgm:pt>
    <dgm:pt modelId="{39410DC5-FF58-41DA-B23B-3958571B207B}" type="sibTrans" cxnId="{1174F396-4E66-4CF6-BBD5-E5F6B6BF1224}">
      <dgm:prSet/>
      <dgm:spPr/>
      <dgm:t>
        <a:bodyPr/>
        <a:lstStyle/>
        <a:p>
          <a:endParaRPr kumimoji="1" lang="ja-JP" altLang="en-US"/>
        </a:p>
      </dgm:t>
    </dgm:pt>
    <dgm:pt modelId="{2EC38DB5-44ED-411C-9BBD-93D4E19C83E5}">
      <dgm:prSet/>
      <dgm:spPr/>
      <dgm:t>
        <a:bodyPr/>
        <a:lstStyle/>
        <a:p>
          <a:r>
            <a:rPr lang="ja-JP" dirty="0"/>
            <a:t>星野村 </a:t>
          </a:r>
          <a:endParaRPr kumimoji="1" lang="ja-JP" altLang="en-US" dirty="0"/>
        </a:p>
      </dgm:t>
    </dgm:pt>
    <dgm:pt modelId="{1D6F5D7D-85FF-4BF7-AAA4-E413B2526BB9}" type="parTrans" cxnId="{2F6469F0-4A0E-42A3-95F2-39ACDA56DEBE}">
      <dgm:prSet/>
      <dgm:spPr/>
      <dgm:t>
        <a:bodyPr/>
        <a:lstStyle/>
        <a:p>
          <a:endParaRPr kumimoji="1" lang="ja-JP" altLang="en-US"/>
        </a:p>
      </dgm:t>
    </dgm:pt>
    <dgm:pt modelId="{24413E46-EA5C-405F-975B-82A615255774}" type="sibTrans" cxnId="{2F6469F0-4A0E-42A3-95F2-39ACDA56DEBE}">
      <dgm:prSet/>
      <dgm:spPr/>
      <dgm:t>
        <a:bodyPr/>
        <a:lstStyle/>
        <a:p>
          <a:endParaRPr kumimoji="1" lang="ja-JP" altLang="en-US"/>
        </a:p>
      </dgm:t>
    </dgm:pt>
    <dgm:pt modelId="{DED5BF79-D7FB-476E-B15D-93C618EFC4E3}" type="pres">
      <dgm:prSet presAssocID="{8C801ED2-88F9-40E5-A2EF-B166A14409F3}" presName="linear" presStyleCnt="0">
        <dgm:presLayoutVars>
          <dgm:animLvl val="lvl"/>
          <dgm:resizeHandles val="exact"/>
        </dgm:presLayoutVars>
      </dgm:prSet>
      <dgm:spPr/>
    </dgm:pt>
    <dgm:pt modelId="{43FC0598-9AF0-47A5-BAEE-584E4181E74C}" type="pres">
      <dgm:prSet presAssocID="{0AFBBC78-51B9-46B1-BACC-07DA3E19E596}" presName="parentText" presStyleLbl="node1" presStyleIdx="0" presStyleCnt="4">
        <dgm:presLayoutVars>
          <dgm:chMax val="0"/>
          <dgm:bulletEnabled val="1"/>
        </dgm:presLayoutVars>
      </dgm:prSet>
      <dgm:spPr/>
    </dgm:pt>
    <dgm:pt modelId="{374B95D0-4B28-40E6-A5A5-4BD7B4368A41}" type="pres">
      <dgm:prSet presAssocID="{39410DC5-FF58-41DA-B23B-3958571B207B}" presName="spacer" presStyleCnt="0"/>
      <dgm:spPr/>
    </dgm:pt>
    <dgm:pt modelId="{FB10E1EB-ED69-4FAC-83CE-B5634D1C42FF}" type="pres">
      <dgm:prSet presAssocID="{7D35E113-47B4-4232-B871-D957DCA34083}" presName="parentText" presStyleLbl="node1" presStyleIdx="1" presStyleCnt="4">
        <dgm:presLayoutVars>
          <dgm:chMax val="0"/>
          <dgm:bulletEnabled val="1"/>
        </dgm:presLayoutVars>
      </dgm:prSet>
      <dgm:spPr/>
    </dgm:pt>
    <dgm:pt modelId="{3DC40D20-892C-4600-AA17-D9A3398AA692}" type="pres">
      <dgm:prSet presAssocID="{F13F07F3-8717-4192-9F51-0FD894EA7BF2}" presName="spacer" presStyleCnt="0"/>
      <dgm:spPr/>
    </dgm:pt>
    <dgm:pt modelId="{55313E15-881D-4D9D-9908-B6EC10BD2928}" type="pres">
      <dgm:prSet presAssocID="{2EC38DB5-44ED-411C-9BBD-93D4E19C83E5}" presName="parentText" presStyleLbl="node1" presStyleIdx="2" presStyleCnt="4">
        <dgm:presLayoutVars>
          <dgm:chMax val="0"/>
          <dgm:bulletEnabled val="1"/>
        </dgm:presLayoutVars>
      </dgm:prSet>
      <dgm:spPr/>
    </dgm:pt>
    <dgm:pt modelId="{14BC9466-AE6C-43EB-A089-571477F9B14E}" type="pres">
      <dgm:prSet presAssocID="{24413E46-EA5C-405F-975B-82A615255774}" presName="spacer" presStyleCnt="0"/>
      <dgm:spPr/>
    </dgm:pt>
    <dgm:pt modelId="{BD56CA92-015D-4AC5-B562-0675927A8697}" type="pres">
      <dgm:prSet presAssocID="{AEC4C6CB-CD88-4C5A-BCC3-C5A0BE1C1C41}" presName="parentText" presStyleLbl="node1" presStyleIdx="3" presStyleCnt="4">
        <dgm:presLayoutVars>
          <dgm:chMax val="0"/>
          <dgm:bulletEnabled val="1"/>
        </dgm:presLayoutVars>
      </dgm:prSet>
      <dgm:spPr/>
    </dgm:pt>
  </dgm:ptLst>
  <dgm:cxnLst>
    <dgm:cxn modelId="{0835D365-305A-494B-BFE3-5FF18E8236AB}" type="presOf" srcId="{0AFBBC78-51B9-46B1-BACC-07DA3E19E596}" destId="{43FC0598-9AF0-47A5-BAEE-584E4181E74C}" srcOrd="0" destOrd="0" presId="urn:microsoft.com/office/officeart/2005/8/layout/vList2"/>
    <dgm:cxn modelId="{845B9B48-6C0D-443D-97E5-0DB3B6B79D5B}" srcId="{8C801ED2-88F9-40E5-A2EF-B166A14409F3}" destId="{AEC4C6CB-CD88-4C5A-BCC3-C5A0BE1C1C41}" srcOrd="3" destOrd="0" parTransId="{8DC154FC-37FF-4A81-9EAF-A94F1C8924F1}" sibTransId="{C62B3353-1C5F-4F2D-BB18-7B7FD00791D9}"/>
    <dgm:cxn modelId="{A6D3EF77-E212-49BF-A86B-5C4CDAACEC8A}" type="presOf" srcId="{8C801ED2-88F9-40E5-A2EF-B166A14409F3}" destId="{DED5BF79-D7FB-476E-B15D-93C618EFC4E3}" srcOrd="0" destOrd="0" presId="urn:microsoft.com/office/officeart/2005/8/layout/vList2"/>
    <dgm:cxn modelId="{19A3965A-523B-4DD3-BF4D-0B8A75EE5444}" type="presOf" srcId="{AEC4C6CB-CD88-4C5A-BCC3-C5A0BE1C1C41}" destId="{BD56CA92-015D-4AC5-B562-0675927A8697}" srcOrd="0" destOrd="0" presId="urn:microsoft.com/office/officeart/2005/8/layout/vList2"/>
    <dgm:cxn modelId="{1174F396-4E66-4CF6-BBD5-E5F6B6BF1224}" srcId="{8C801ED2-88F9-40E5-A2EF-B166A14409F3}" destId="{0AFBBC78-51B9-46B1-BACC-07DA3E19E596}" srcOrd="0" destOrd="0" parTransId="{DD81A28B-983F-4F8D-AEA2-119C5E0330F1}" sibTransId="{39410DC5-FF58-41DA-B23B-3958571B207B}"/>
    <dgm:cxn modelId="{77ECBFBB-88C5-4B55-9A12-C44F65EE451C}" type="presOf" srcId="{2EC38DB5-44ED-411C-9BBD-93D4E19C83E5}" destId="{55313E15-881D-4D9D-9908-B6EC10BD2928}" srcOrd="0" destOrd="0" presId="urn:microsoft.com/office/officeart/2005/8/layout/vList2"/>
    <dgm:cxn modelId="{17AF21CC-D8FD-46B9-B6F4-D9F2681D274A}" srcId="{8C801ED2-88F9-40E5-A2EF-B166A14409F3}" destId="{7D35E113-47B4-4232-B871-D957DCA34083}" srcOrd="1" destOrd="0" parTransId="{6A372481-EC2E-4078-BEBB-7667205428A8}" sibTransId="{F13F07F3-8717-4192-9F51-0FD894EA7BF2}"/>
    <dgm:cxn modelId="{2F6469F0-4A0E-42A3-95F2-39ACDA56DEBE}" srcId="{8C801ED2-88F9-40E5-A2EF-B166A14409F3}" destId="{2EC38DB5-44ED-411C-9BBD-93D4E19C83E5}" srcOrd="2" destOrd="0" parTransId="{1D6F5D7D-85FF-4BF7-AAA4-E413B2526BB9}" sibTransId="{24413E46-EA5C-405F-975B-82A615255774}"/>
    <dgm:cxn modelId="{F85E71F5-CA4A-464B-8EC4-CC167A5B4788}" type="presOf" srcId="{7D35E113-47B4-4232-B871-D957DCA34083}" destId="{FB10E1EB-ED69-4FAC-83CE-B5634D1C42FF}" srcOrd="0" destOrd="0" presId="urn:microsoft.com/office/officeart/2005/8/layout/vList2"/>
    <dgm:cxn modelId="{B48D165A-136D-4552-92C6-7DBF33F6C175}" type="presParOf" srcId="{DED5BF79-D7FB-476E-B15D-93C618EFC4E3}" destId="{43FC0598-9AF0-47A5-BAEE-584E4181E74C}" srcOrd="0" destOrd="0" presId="urn:microsoft.com/office/officeart/2005/8/layout/vList2"/>
    <dgm:cxn modelId="{2EDF76F1-EF0F-43B6-9CCB-1BB152261BC7}" type="presParOf" srcId="{DED5BF79-D7FB-476E-B15D-93C618EFC4E3}" destId="{374B95D0-4B28-40E6-A5A5-4BD7B4368A41}" srcOrd="1" destOrd="0" presId="urn:microsoft.com/office/officeart/2005/8/layout/vList2"/>
    <dgm:cxn modelId="{B59EA12E-1120-4071-833E-C61076B6B272}" type="presParOf" srcId="{DED5BF79-D7FB-476E-B15D-93C618EFC4E3}" destId="{FB10E1EB-ED69-4FAC-83CE-B5634D1C42FF}" srcOrd="2" destOrd="0" presId="urn:microsoft.com/office/officeart/2005/8/layout/vList2"/>
    <dgm:cxn modelId="{A660CAD4-2CB0-423B-8BE4-9F23019F9C2D}" type="presParOf" srcId="{DED5BF79-D7FB-476E-B15D-93C618EFC4E3}" destId="{3DC40D20-892C-4600-AA17-D9A3398AA692}" srcOrd="3" destOrd="0" presId="urn:microsoft.com/office/officeart/2005/8/layout/vList2"/>
    <dgm:cxn modelId="{4B3C2FBF-ECD0-4AEB-8AA6-B27DCE504FCC}" type="presParOf" srcId="{DED5BF79-D7FB-476E-B15D-93C618EFC4E3}" destId="{55313E15-881D-4D9D-9908-B6EC10BD2928}" srcOrd="4" destOrd="0" presId="urn:microsoft.com/office/officeart/2005/8/layout/vList2"/>
    <dgm:cxn modelId="{AEA4E765-34C0-405E-8EE9-0F9D45DCC19E}" type="presParOf" srcId="{DED5BF79-D7FB-476E-B15D-93C618EFC4E3}" destId="{14BC9466-AE6C-43EB-A089-571477F9B14E}" srcOrd="5" destOrd="0" presId="urn:microsoft.com/office/officeart/2005/8/layout/vList2"/>
    <dgm:cxn modelId="{E7673890-3AF3-4B24-B24A-029A47800A4B}" type="presParOf" srcId="{DED5BF79-D7FB-476E-B15D-93C618EFC4E3}" destId="{BD56CA92-015D-4AC5-B562-0675927A8697}" srcOrd="6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BF36AB4D-68B9-48A2-8150-4DDA94F9E141}" type="doc">
      <dgm:prSet loTypeId="urn:microsoft.com/office/officeart/2005/8/layout/vList2" loCatId="list" qsTypeId="urn:microsoft.com/office/officeart/2005/8/quickstyle/simple1" qsCatId="simple" csTypeId="urn:microsoft.com/office/officeart/2005/8/colors/colorful5" csCatId="colorful" phldr="1"/>
      <dgm:spPr/>
      <dgm:t>
        <a:bodyPr/>
        <a:lstStyle/>
        <a:p>
          <a:endParaRPr lang="en-US"/>
        </a:p>
      </dgm:t>
    </dgm:pt>
    <dgm:pt modelId="{70835F68-70E5-40F9-9269-66989606866E}">
      <dgm:prSet/>
      <dgm:spPr/>
      <dgm:t>
        <a:bodyPr/>
        <a:lstStyle/>
        <a:p>
          <a:r>
            <a:rPr kumimoji="1" lang="ja-JP" dirty="0"/>
            <a:t>13kg減量した経験をもとに構成 </a:t>
          </a:r>
          <a:endParaRPr lang="en-US" dirty="0"/>
        </a:p>
      </dgm:t>
    </dgm:pt>
    <dgm:pt modelId="{2E6F0A49-6E29-44FE-B2EB-9CA86E66B24C}" type="parTrans" cxnId="{0B4FAD78-FC92-4C7B-8A4F-E52D208D4D51}">
      <dgm:prSet/>
      <dgm:spPr/>
      <dgm:t>
        <a:bodyPr/>
        <a:lstStyle/>
        <a:p>
          <a:endParaRPr lang="en-US"/>
        </a:p>
      </dgm:t>
    </dgm:pt>
    <dgm:pt modelId="{C9E9004A-C84D-476D-99CE-F3912DD8F096}" type="sibTrans" cxnId="{0B4FAD78-FC92-4C7B-8A4F-E52D208D4D51}">
      <dgm:prSet/>
      <dgm:spPr/>
      <dgm:t>
        <a:bodyPr/>
        <a:lstStyle/>
        <a:p>
          <a:endParaRPr lang="en-US"/>
        </a:p>
      </dgm:t>
    </dgm:pt>
    <dgm:pt modelId="{32D0AF28-D0FA-4F65-B2F7-23AAEEEE0F94}">
      <dgm:prSet/>
      <dgm:spPr/>
      <dgm:t>
        <a:bodyPr/>
        <a:lstStyle/>
        <a:p>
          <a:r>
            <a:rPr kumimoji="1" lang="ja-JP" dirty="0"/>
            <a:t>食事・運動・生活習慣を紹介 </a:t>
          </a:r>
          <a:endParaRPr lang="en-US" dirty="0"/>
        </a:p>
      </dgm:t>
    </dgm:pt>
    <dgm:pt modelId="{4B84B4DB-380C-4981-A74E-F50124B68B1F}" type="parTrans" cxnId="{DB6B11AB-7A3D-4C5F-9973-C80F8319E836}">
      <dgm:prSet/>
      <dgm:spPr/>
      <dgm:t>
        <a:bodyPr/>
        <a:lstStyle/>
        <a:p>
          <a:endParaRPr lang="en-US"/>
        </a:p>
      </dgm:t>
    </dgm:pt>
    <dgm:pt modelId="{8A3CF4E5-3706-415E-9D31-BFE21C2F1426}" type="sibTrans" cxnId="{DB6B11AB-7A3D-4C5F-9973-C80F8319E836}">
      <dgm:prSet/>
      <dgm:spPr/>
      <dgm:t>
        <a:bodyPr/>
        <a:lstStyle/>
        <a:p>
          <a:endParaRPr lang="en-US"/>
        </a:p>
      </dgm:t>
    </dgm:pt>
    <dgm:pt modelId="{8E4530D3-8653-4CBB-B4E3-550BF0D8D9EF}">
      <dgm:prSet/>
      <dgm:spPr/>
      <dgm:t>
        <a:bodyPr/>
        <a:lstStyle/>
        <a:p>
          <a:r>
            <a:rPr kumimoji="1" lang="ja-JP" dirty="0"/>
            <a:t>初心者でも真似できる内容にする </a:t>
          </a:r>
          <a:endParaRPr lang="en-US" dirty="0"/>
        </a:p>
      </dgm:t>
    </dgm:pt>
    <dgm:pt modelId="{D8187686-73C9-4CE8-8C2E-8D4C627E93BE}" type="parTrans" cxnId="{4CF6FBEE-4E02-4813-8CA8-5C23BCD79343}">
      <dgm:prSet/>
      <dgm:spPr/>
      <dgm:t>
        <a:bodyPr/>
        <a:lstStyle/>
        <a:p>
          <a:endParaRPr lang="en-US"/>
        </a:p>
      </dgm:t>
    </dgm:pt>
    <dgm:pt modelId="{2838EEA9-E7A5-4831-927A-A4C8DBEC77F1}" type="sibTrans" cxnId="{4CF6FBEE-4E02-4813-8CA8-5C23BCD79343}">
      <dgm:prSet/>
      <dgm:spPr/>
      <dgm:t>
        <a:bodyPr/>
        <a:lstStyle/>
        <a:p>
          <a:endParaRPr lang="en-US"/>
        </a:p>
      </dgm:t>
    </dgm:pt>
    <dgm:pt modelId="{59E3FFAE-0611-4528-AEAC-2D1EC6079493}" type="pres">
      <dgm:prSet presAssocID="{BF36AB4D-68B9-48A2-8150-4DDA94F9E141}" presName="linear" presStyleCnt="0">
        <dgm:presLayoutVars>
          <dgm:animLvl val="lvl"/>
          <dgm:resizeHandles val="exact"/>
        </dgm:presLayoutVars>
      </dgm:prSet>
      <dgm:spPr/>
    </dgm:pt>
    <dgm:pt modelId="{23AD429A-2CA8-43A8-B86C-C0E0C4C63593}" type="pres">
      <dgm:prSet presAssocID="{70835F68-70E5-40F9-9269-66989606866E}" presName="parentText" presStyleLbl="node1" presStyleIdx="0" presStyleCnt="3">
        <dgm:presLayoutVars>
          <dgm:chMax val="0"/>
          <dgm:bulletEnabled val="1"/>
        </dgm:presLayoutVars>
      </dgm:prSet>
      <dgm:spPr/>
    </dgm:pt>
    <dgm:pt modelId="{93B7F09B-3C7F-472A-BF1D-72BE8197C4DB}" type="pres">
      <dgm:prSet presAssocID="{C9E9004A-C84D-476D-99CE-F3912DD8F096}" presName="spacer" presStyleCnt="0"/>
      <dgm:spPr/>
    </dgm:pt>
    <dgm:pt modelId="{2A6F186D-70E5-460D-AB72-DBDFED6C7F62}" type="pres">
      <dgm:prSet presAssocID="{32D0AF28-D0FA-4F65-B2F7-23AAEEEE0F94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341E1828-20B9-4F6F-8DB1-5141D1C23354}" type="pres">
      <dgm:prSet presAssocID="{8A3CF4E5-3706-415E-9D31-BFE21C2F1426}" presName="spacer" presStyleCnt="0"/>
      <dgm:spPr/>
    </dgm:pt>
    <dgm:pt modelId="{F23E8ED6-D8CC-45B1-829B-28A75C22DF82}" type="pres">
      <dgm:prSet presAssocID="{8E4530D3-8653-4CBB-B4E3-550BF0D8D9EF}" presName="parentText" presStyleLbl="node1" presStyleIdx="2" presStyleCnt="3">
        <dgm:presLayoutVars>
          <dgm:chMax val="0"/>
          <dgm:bulletEnabled val="1"/>
        </dgm:presLayoutVars>
      </dgm:prSet>
      <dgm:spPr/>
    </dgm:pt>
  </dgm:ptLst>
  <dgm:cxnLst>
    <dgm:cxn modelId="{76227C5D-FB3C-4F5C-8FB6-A95B14078291}" type="presOf" srcId="{32D0AF28-D0FA-4F65-B2F7-23AAEEEE0F94}" destId="{2A6F186D-70E5-460D-AB72-DBDFED6C7F62}" srcOrd="0" destOrd="0" presId="urn:microsoft.com/office/officeart/2005/8/layout/vList2"/>
    <dgm:cxn modelId="{467E2654-C68D-4EB7-9AA2-EB984F84FD49}" type="presOf" srcId="{8E4530D3-8653-4CBB-B4E3-550BF0D8D9EF}" destId="{F23E8ED6-D8CC-45B1-829B-28A75C22DF82}" srcOrd="0" destOrd="0" presId="urn:microsoft.com/office/officeart/2005/8/layout/vList2"/>
    <dgm:cxn modelId="{0B4FAD78-FC92-4C7B-8A4F-E52D208D4D51}" srcId="{BF36AB4D-68B9-48A2-8150-4DDA94F9E141}" destId="{70835F68-70E5-40F9-9269-66989606866E}" srcOrd="0" destOrd="0" parTransId="{2E6F0A49-6E29-44FE-B2EB-9CA86E66B24C}" sibTransId="{C9E9004A-C84D-476D-99CE-F3912DD8F096}"/>
    <dgm:cxn modelId="{7850E3AA-2F77-4CA9-BA41-9D0DD7F799F7}" type="presOf" srcId="{70835F68-70E5-40F9-9269-66989606866E}" destId="{23AD429A-2CA8-43A8-B86C-C0E0C4C63593}" srcOrd="0" destOrd="0" presId="urn:microsoft.com/office/officeart/2005/8/layout/vList2"/>
    <dgm:cxn modelId="{DB6B11AB-7A3D-4C5F-9973-C80F8319E836}" srcId="{BF36AB4D-68B9-48A2-8150-4DDA94F9E141}" destId="{32D0AF28-D0FA-4F65-B2F7-23AAEEEE0F94}" srcOrd="1" destOrd="0" parTransId="{4B84B4DB-380C-4981-A74E-F50124B68B1F}" sibTransId="{8A3CF4E5-3706-415E-9D31-BFE21C2F1426}"/>
    <dgm:cxn modelId="{8A434EC4-F8ED-4457-A3CE-612196B426FF}" type="presOf" srcId="{BF36AB4D-68B9-48A2-8150-4DDA94F9E141}" destId="{59E3FFAE-0611-4528-AEAC-2D1EC6079493}" srcOrd="0" destOrd="0" presId="urn:microsoft.com/office/officeart/2005/8/layout/vList2"/>
    <dgm:cxn modelId="{4CF6FBEE-4E02-4813-8CA8-5C23BCD79343}" srcId="{BF36AB4D-68B9-48A2-8150-4DDA94F9E141}" destId="{8E4530D3-8653-4CBB-B4E3-550BF0D8D9EF}" srcOrd="2" destOrd="0" parTransId="{D8187686-73C9-4CE8-8C2E-8D4C627E93BE}" sibTransId="{2838EEA9-E7A5-4831-927A-A4C8DBEC77F1}"/>
    <dgm:cxn modelId="{A8E2A606-5109-446C-9ED0-A264D7CB7C87}" type="presParOf" srcId="{59E3FFAE-0611-4528-AEAC-2D1EC6079493}" destId="{23AD429A-2CA8-43A8-B86C-C0E0C4C63593}" srcOrd="0" destOrd="0" presId="urn:microsoft.com/office/officeart/2005/8/layout/vList2"/>
    <dgm:cxn modelId="{935043A9-DFBF-40E2-B5FE-72B0E4788DCA}" type="presParOf" srcId="{59E3FFAE-0611-4528-AEAC-2D1EC6079493}" destId="{93B7F09B-3C7F-472A-BF1D-72BE8197C4DB}" srcOrd="1" destOrd="0" presId="urn:microsoft.com/office/officeart/2005/8/layout/vList2"/>
    <dgm:cxn modelId="{A0A44388-6736-43B7-8B80-C57BDD87009A}" type="presParOf" srcId="{59E3FFAE-0611-4528-AEAC-2D1EC6079493}" destId="{2A6F186D-70E5-460D-AB72-DBDFED6C7F62}" srcOrd="2" destOrd="0" presId="urn:microsoft.com/office/officeart/2005/8/layout/vList2"/>
    <dgm:cxn modelId="{2CFF8EBA-F1F5-44DD-9BA9-0BA67B511B61}" type="presParOf" srcId="{59E3FFAE-0611-4528-AEAC-2D1EC6079493}" destId="{341E1828-20B9-4F6F-8DB1-5141D1C23354}" srcOrd="3" destOrd="0" presId="urn:microsoft.com/office/officeart/2005/8/layout/vList2"/>
    <dgm:cxn modelId="{22BAAD89-B7FA-4FD6-BDB8-D4E2C53BE5A9}" type="presParOf" srcId="{59E3FFAE-0611-4528-AEAC-2D1EC6079493}" destId="{F23E8ED6-D8CC-45B1-829B-28A75C22DF82}" srcOrd="4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8C801ED2-88F9-40E5-A2EF-B166A14409F3}" type="doc">
      <dgm:prSet loTypeId="urn:microsoft.com/office/officeart/2005/8/layout/vList2" loCatId="list" qsTypeId="urn:microsoft.com/office/officeart/2005/8/quickstyle/simple1" qsCatId="simple" csTypeId="urn:microsoft.com/office/officeart/2005/8/colors/colorful5" csCatId="colorful" phldr="1"/>
      <dgm:spPr/>
      <dgm:t>
        <a:bodyPr/>
        <a:lstStyle/>
        <a:p>
          <a:endParaRPr lang="en-US"/>
        </a:p>
      </dgm:t>
    </dgm:pt>
    <dgm:pt modelId="{D44A15A8-4D7E-4D5E-8958-9F7BE1A211EE}">
      <dgm:prSet/>
      <dgm:spPr/>
      <dgm:t>
        <a:bodyPr/>
        <a:lstStyle/>
        <a:p>
          <a:r>
            <a:rPr lang="ja-JP" altLang="en-US" dirty="0"/>
            <a:t>食事管理方法</a:t>
          </a:r>
          <a:endParaRPr lang="en-US" dirty="0"/>
        </a:p>
      </dgm:t>
    </dgm:pt>
    <dgm:pt modelId="{6748C73D-02A5-4D8B-9A93-D13B70D781E7}" type="parTrans" cxnId="{CC797F24-57E7-4730-B50A-61D90B14378B}">
      <dgm:prSet/>
      <dgm:spPr/>
      <dgm:t>
        <a:bodyPr/>
        <a:lstStyle/>
        <a:p>
          <a:endParaRPr lang="en-US"/>
        </a:p>
      </dgm:t>
    </dgm:pt>
    <dgm:pt modelId="{5F777788-6B09-4158-A678-AA5B7DAB8475}" type="sibTrans" cxnId="{CC797F24-57E7-4730-B50A-61D90B14378B}">
      <dgm:prSet/>
      <dgm:spPr/>
      <dgm:t>
        <a:bodyPr/>
        <a:lstStyle/>
        <a:p>
          <a:endParaRPr lang="en-US"/>
        </a:p>
      </dgm:t>
    </dgm:pt>
    <dgm:pt modelId="{7D35E113-47B4-4232-B871-D957DCA34083}">
      <dgm:prSet/>
      <dgm:spPr/>
      <dgm:t>
        <a:bodyPr/>
        <a:lstStyle/>
        <a:p>
          <a:r>
            <a:rPr lang="ja-JP" altLang="en-US" dirty="0"/>
            <a:t>食事内容</a:t>
          </a:r>
          <a:endParaRPr lang="en-US" dirty="0"/>
        </a:p>
      </dgm:t>
    </dgm:pt>
    <dgm:pt modelId="{6A372481-EC2E-4078-BEBB-7667205428A8}" type="parTrans" cxnId="{17AF21CC-D8FD-46B9-B6F4-D9F2681D274A}">
      <dgm:prSet/>
      <dgm:spPr/>
      <dgm:t>
        <a:bodyPr/>
        <a:lstStyle/>
        <a:p>
          <a:endParaRPr lang="en-US"/>
        </a:p>
      </dgm:t>
    </dgm:pt>
    <dgm:pt modelId="{F13F07F3-8717-4192-9F51-0FD894EA7BF2}" type="sibTrans" cxnId="{17AF21CC-D8FD-46B9-B6F4-D9F2681D274A}">
      <dgm:prSet/>
      <dgm:spPr/>
      <dgm:t>
        <a:bodyPr/>
        <a:lstStyle/>
        <a:p>
          <a:endParaRPr lang="en-US"/>
        </a:p>
      </dgm:t>
    </dgm:pt>
    <dgm:pt modelId="{C299351A-B55A-402C-9978-936E9782AE81}">
      <dgm:prSet/>
      <dgm:spPr/>
      <dgm:t>
        <a:bodyPr/>
        <a:lstStyle/>
        <a:p>
          <a:r>
            <a:rPr lang="ja-JP" altLang="en-US" dirty="0"/>
            <a:t>一日のスケジュール</a:t>
          </a:r>
          <a:endParaRPr lang="en-US" dirty="0"/>
        </a:p>
      </dgm:t>
    </dgm:pt>
    <dgm:pt modelId="{A105E4AB-4886-46D3-8246-330505894DBD}" type="parTrans" cxnId="{1CA947C6-257A-44EE-BF07-DC4E11791228}">
      <dgm:prSet/>
      <dgm:spPr/>
      <dgm:t>
        <a:bodyPr/>
        <a:lstStyle/>
        <a:p>
          <a:endParaRPr lang="en-US"/>
        </a:p>
      </dgm:t>
    </dgm:pt>
    <dgm:pt modelId="{8CE689A8-9C16-4E25-888B-04B8D75CC968}" type="sibTrans" cxnId="{1CA947C6-257A-44EE-BF07-DC4E11791228}">
      <dgm:prSet/>
      <dgm:spPr/>
      <dgm:t>
        <a:bodyPr/>
        <a:lstStyle/>
        <a:p>
          <a:endParaRPr lang="en-US"/>
        </a:p>
      </dgm:t>
    </dgm:pt>
    <dgm:pt modelId="{AEC4C6CB-CD88-4C5A-BCC3-C5A0BE1C1C41}">
      <dgm:prSet/>
      <dgm:spPr/>
      <dgm:t>
        <a:bodyPr/>
        <a:lstStyle/>
        <a:p>
          <a:r>
            <a:rPr lang="ja-JP" altLang="en-US" dirty="0"/>
            <a:t>運動内容</a:t>
          </a:r>
          <a:endParaRPr lang="en-US" dirty="0"/>
        </a:p>
      </dgm:t>
    </dgm:pt>
    <dgm:pt modelId="{8DC154FC-37FF-4A81-9EAF-A94F1C8924F1}" type="parTrans" cxnId="{845B9B48-6C0D-443D-97E5-0DB3B6B79D5B}">
      <dgm:prSet/>
      <dgm:spPr/>
      <dgm:t>
        <a:bodyPr/>
        <a:lstStyle/>
        <a:p>
          <a:endParaRPr lang="en-US"/>
        </a:p>
      </dgm:t>
    </dgm:pt>
    <dgm:pt modelId="{C62B3353-1C5F-4F2D-BB18-7B7FD00791D9}" type="sibTrans" cxnId="{845B9B48-6C0D-443D-97E5-0DB3B6B79D5B}">
      <dgm:prSet/>
      <dgm:spPr/>
      <dgm:t>
        <a:bodyPr/>
        <a:lstStyle/>
        <a:p>
          <a:endParaRPr lang="en-US"/>
        </a:p>
      </dgm:t>
    </dgm:pt>
    <dgm:pt modelId="{DED5BF79-D7FB-476E-B15D-93C618EFC4E3}" type="pres">
      <dgm:prSet presAssocID="{8C801ED2-88F9-40E5-A2EF-B166A14409F3}" presName="linear" presStyleCnt="0">
        <dgm:presLayoutVars>
          <dgm:animLvl val="lvl"/>
          <dgm:resizeHandles val="exact"/>
        </dgm:presLayoutVars>
      </dgm:prSet>
      <dgm:spPr/>
    </dgm:pt>
    <dgm:pt modelId="{D27A9491-1647-4022-A349-5311FE84A378}" type="pres">
      <dgm:prSet presAssocID="{D44A15A8-4D7E-4D5E-8958-9F7BE1A211EE}" presName="parentText" presStyleLbl="node1" presStyleIdx="0" presStyleCnt="4">
        <dgm:presLayoutVars>
          <dgm:chMax val="0"/>
          <dgm:bulletEnabled val="1"/>
        </dgm:presLayoutVars>
      </dgm:prSet>
      <dgm:spPr/>
    </dgm:pt>
    <dgm:pt modelId="{81F74F79-C5FF-40E2-8A56-BFECA8891905}" type="pres">
      <dgm:prSet presAssocID="{5F777788-6B09-4158-A678-AA5B7DAB8475}" presName="spacer" presStyleCnt="0"/>
      <dgm:spPr/>
    </dgm:pt>
    <dgm:pt modelId="{FB10E1EB-ED69-4FAC-83CE-B5634D1C42FF}" type="pres">
      <dgm:prSet presAssocID="{7D35E113-47B4-4232-B871-D957DCA34083}" presName="parentText" presStyleLbl="node1" presStyleIdx="1" presStyleCnt="4">
        <dgm:presLayoutVars>
          <dgm:chMax val="0"/>
          <dgm:bulletEnabled val="1"/>
        </dgm:presLayoutVars>
      </dgm:prSet>
      <dgm:spPr/>
    </dgm:pt>
    <dgm:pt modelId="{3DC40D20-892C-4600-AA17-D9A3398AA692}" type="pres">
      <dgm:prSet presAssocID="{F13F07F3-8717-4192-9F51-0FD894EA7BF2}" presName="spacer" presStyleCnt="0"/>
      <dgm:spPr/>
    </dgm:pt>
    <dgm:pt modelId="{0ABD9633-8ED1-4D20-99BD-F7794415541F}" type="pres">
      <dgm:prSet presAssocID="{C299351A-B55A-402C-9978-936E9782AE81}" presName="parentText" presStyleLbl="node1" presStyleIdx="2" presStyleCnt="4">
        <dgm:presLayoutVars>
          <dgm:chMax val="0"/>
          <dgm:bulletEnabled val="1"/>
        </dgm:presLayoutVars>
      </dgm:prSet>
      <dgm:spPr/>
    </dgm:pt>
    <dgm:pt modelId="{339D1B94-A5EC-4C78-AA12-01DD3EF2AF7D}" type="pres">
      <dgm:prSet presAssocID="{8CE689A8-9C16-4E25-888B-04B8D75CC968}" presName="spacer" presStyleCnt="0"/>
      <dgm:spPr/>
    </dgm:pt>
    <dgm:pt modelId="{BD56CA92-015D-4AC5-B562-0675927A8697}" type="pres">
      <dgm:prSet presAssocID="{AEC4C6CB-CD88-4C5A-BCC3-C5A0BE1C1C41}" presName="parentText" presStyleLbl="node1" presStyleIdx="3" presStyleCnt="4">
        <dgm:presLayoutVars>
          <dgm:chMax val="0"/>
          <dgm:bulletEnabled val="1"/>
        </dgm:presLayoutVars>
      </dgm:prSet>
      <dgm:spPr/>
    </dgm:pt>
  </dgm:ptLst>
  <dgm:cxnLst>
    <dgm:cxn modelId="{CC797F24-57E7-4730-B50A-61D90B14378B}" srcId="{8C801ED2-88F9-40E5-A2EF-B166A14409F3}" destId="{D44A15A8-4D7E-4D5E-8958-9F7BE1A211EE}" srcOrd="0" destOrd="0" parTransId="{6748C73D-02A5-4D8B-9A93-D13B70D781E7}" sibTransId="{5F777788-6B09-4158-A678-AA5B7DAB8475}"/>
    <dgm:cxn modelId="{3B41E747-DFC3-4537-AC79-2FDB19537D21}" type="presOf" srcId="{D44A15A8-4D7E-4D5E-8958-9F7BE1A211EE}" destId="{D27A9491-1647-4022-A349-5311FE84A378}" srcOrd="0" destOrd="0" presId="urn:microsoft.com/office/officeart/2005/8/layout/vList2"/>
    <dgm:cxn modelId="{845B9B48-6C0D-443D-97E5-0DB3B6B79D5B}" srcId="{8C801ED2-88F9-40E5-A2EF-B166A14409F3}" destId="{AEC4C6CB-CD88-4C5A-BCC3-C5A0BE1C1C41}" srcOrd="3" destOrd="0" parTransId="{8DC154FC-37FF-4A81-9EAF-A94F1C8924F1}" sibTransId="{C62B3353-1C5F-4F2D-BB18-7B7FD00791D9}"/>
    <dgm:cxn modelId="{5D518953-A320-4AA9-9DC3-79794E463A70}" type="presOf" srcId="{C299351A-B55A-402C-9978-936E9782AE81}" destId="{0ABD9633-8ED1-4D20-99BD-F7794415541F}" srcOrd="0" destOrd="0" presId="urn:microsoft.com/office/officeart/2005/8/layout/vList2"/>
    <dgm:cxn modelId="{A6D3EF77-E212-49BF-A86B-5C4CDAACEC8A}" type="presOf" srcId="{8C801ED2-88F9-40E5-A2EF-B166A14409F3}" destId="{DED5BF79-D7FB-476E-B15D-93C618EFC4E3}" srcOrd="0" destOrd="0" presId="urn:microsoft.com/office/officeart/2005/8/layout/vList2"/>
    <dgm:cxn modelId="{19A3965A-523B-4DD3-BF4D-0B8A75EE5444}" type="presOf" srcId="{AEC4C6CB-CD88-4C5A-BCC3-C5A0BE1C1C41}" destId="{BD56CA92-015D-4AC5-B562-0675927A8697}" srcOrd="0" destOrd="0" presId="urn:microsoft.com/office/officeart/2005/8/layout/vList2"/>
    <dgm:cxn modelId="{1CA947C6-257A-44EE-BF07-DC4E11791228}" srcId="{8C801ED2-88F9-40E5-A2EF-B166A14409F3}" destId="{C299351A-B55A-402C-9978-936E9782AE81}" srcOrd="2" destOrd="0" parTransId="{A105E4AB-4886-46D3-8246-330505894DBD}" sibTransId="{8CE689A8-9C16-4E25-888B-04B8D75CC968}"/>
    <dgm:cxn modelId="{17AF21CC-D8FD-46B9-B6F4-D9F2681D274A}" srcId="{8C801ED2-88F9-40E5-A2EF-B166A14409F3}" destId="{7D35E113-47B4-4232-B871-D957DCA34083}" srcOrd="1" destOrd="0" parTransId="{6A372481-EC2E-4078-BEBB-7667205428A8}" sibTransId="{F13F07F3-8717-4192-9F51-0FD894EA7BF2}"/>
    <dgm:cxn modelId="{F85E71F5-CA4A-464B-8EC4-CC167A5B4788}" type="presOf" srcId="{7D35E113-47B4-4232-B871-D957DCA34083}" destId="{FB10E1EB-ED69-4FAC-83CE-B5634D1C42FF}" srcOrd="0" destOrd="0" presId="urn:microsoft.com/office/officeart/2005/8/layout/vList2"/>
    <dgm:cxn modelId="{AD960F62-E8AF-4EC6-8883-6ADCB69BD53E}" type="presParOf" srcId="{DED5BF79-D7FB-476E-B15D-93C618EFC4E3}" destId="{D27A9491-1647-4022-A349-5311FE84A378}" srcOrd="0" destOrd="0" presId="urn:microsoft.com/office/officeart/2005/8/layout/vList2"/>
    <dgm:cxn modelId="{7E13DC8F-6F0F-4124-B74C-E16847EB3C75}" type="presParOf" srcId="{DED5BF79-D7FB-476E-B15D-93C618EFC4E3}" destId="{81F74F79-C5FF-40E2-8A56-BFECA8891905}" srcOrd="1" destOrd="0" presId="urn:microsoft.com/office/officeart/2005/8/layout/vList2"/>
    <dgm:cxn modelId="{B59EA12E-1120-4071-833E-C61076B6B272}" type="presParOf" srcId="{DED5BF79-D7FB-476E-B15D-93C618EFC4E3}" destId="{FB10E1EB-ED69-4FAC-83CE-B5634D1C42FF}" srcOrd="2" destOrd="0" presId="urn:microsoft.com/office/officeart/2005/8/layout/vList2"/>
    <dgm:cxn modelId="{A660CAD4-2CB0-423B-8BE4-9F23019F9C2D}" type="presParOf" srcId="{DED5BF79-D7FB-476E-B15D-93C618EFC4E3}" destId="{3DC40D20-892C-4600-AA17-D9A3398AA692}" srcOrd="3" destOrd="0" presId="urn:microsoft.com/office/officeart/2005/8/layout/vList2"/>
    <dgm:cxn modelId="{28D58EF9-6B13-4EF7-9F3F-F11571A91EBB}" type="presParOf" srcId="{DED5BF79-D7FB-476E-B15D-93C618EFC4E3}" destId="{0ABD9633-8ED1-4D20-99BD-F7794415541F}" srcOrd="4" destOrd="0" presId="urn:microsoft.com/office/officeart/2005/8/layout/vList2"/>
    <dgm:cxn modelId="{907940B6-6101-4E97-9FFD-6EC8DFDDCFB1}" type="presParOf" srcId="{DED5BF79-D7FB-476E-B15D-93C618EFC4E3}" destId="{339D1B94-A5EC-4C78-AA12-01DD3EF2AF7D}" srcOrd="5" destOrd="0" presId="urn:microsoft.com/office/officeart/2005/8/layout/vList2"/>
    <dgm:cxn modelId="{E7673890-3AF3-4B24-B24A-029A47800A4B}" type="presParOf" srcId="{DED5BF79-D7FB-476E-B15D-93C618EFC4E3}" destId="{BD56CA92-015D-4AC5-B562-0675927A8697}" srcOrd="6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8C801ED2-88F9-40E5-A2EF-B166A14409F3}" type="doc">
      <dgm:prSet loTypeId="urn:microsoft.com/office/officeart/2005/8/layout/vList2" loCatId="list" qsTypeId="urn:microsoft.com/office/officeart/2005/8/quickstyle/simple1" qsCatId="simple" csTypeId="urn:microsoft.com/office/officeart/2005/8/colors/colorful5" csCatId="colorful" phldr="1"/>
      <dgm:spPr/>
      <dgm:t>
        <a:bodyPr/>
        <a:lstStyle/>
        <a:p>
          <a:endParaRPr lang="en-US"/>
        </a:p>
      </dgm:t>
    </dgm:pt>
    <dgm:pt modelId="{D44A15A8-4D7E-4D5E-8958-9F7BE1A211EE}">
      <dgm:prSet/>
      <dgm:spPr/>
      <dgm:t>
        <a:bodyPr/>
        <a:lstStyle/>
        <a:p>
          <a:r>
            <a:rPr lang="ja-JP" altLang="en-US" dirty="0"/>
            <a:t>食事内容の記録、基礎代謝の出し方</a:t>
          </a:r>
          <a:endParaRPr lang="en-US" dirty="0"/>
        </a:p>
      </dgm:t>
    </dgm:pt>
    <dgm:pt modelId="{6748C73D-02A5-4D8B-9A93-D13B70D781E7}" type="parTrans" cxnId="{CC797F24-57E7-4730-B50A-61D90B14378B}">
      <dgm:prSet/>
      <dgm:spPr/>
      <dgm:t>
        <a:bodyPr/>
        <a:lstStyle/>
        <a:p>
          <a:endParaRPr lang="en-US"/>
        </a:p>
      </dgm:t>
    </dgm:pt>
    <dgm:pt modelId="{5F777788-6B09-4158-A678-AA5B7DAB8475}" type="sibTrans" cxnId="{CC797F24-57E7-4730-B50A-61D90B14378B}">
      <dgm:prSet/>
      <dgm:spPr/>
      <dgm:t>
        <a:bodyPr/>
        <a:lstStyle/>
        <a:p>
          <a:endParaRPr lang="en-US"/>
        </a:p>
      </dgm:t>
    </dgm:pt>
    <dgm:pt modelId="{7D35E113-47B4-4232-B871-D957DCA34083}">
      <dgm:prSet/>
      <dgm:spPr/>
      <dgm:t>
        <a:bodyPr/>
        <a:lstStyle/>
        <a:p>
          <a:r>
            <a:rPr lang="ja-JP" altLang="en-US" dirty="0"/>
            <a:t>実際の食事例、</a:t>
          </a:r>
          <a:r>
            <a:rPr lang="en-US" altLang="ja-JP" dirty="0"/>
            <a:t>PFC</a:t>
          </a:r>
          <a:r>
            <a:rPr lang="ja-JP" altLang="en-US" dirty="0"/>
            <a:t>バランスの大切さ・意味</a:t>
          </a:r>
          <a:endParaRPr lang="en-US" dirty="0"/>
        </a:p>
      </dgm:t>
    </dgm:pt>
    <dgm:pt modelId="{6A372481-EC2E-4078-BEBB-7667205428A8}" type="parTrans" cxnId="{17AF21CC-D8FD-46B9-B6F4-D9F2681D274A}">
      <dgm:prSet/>
      <dgm:spPr/>
      <dgm:t>
        <a:bodyPr/>
        <a:lstStyle/>
        <a:p>
          <a:endParaRPr lang="en-US"/>
        </a:p>
      </dgm:t>
    </dgm:pt>
    <dgm:pt modelId="{F13F07F3-8717-4192-9F51-0FD894EA7BF2}" type="sibTrans" cxnId="{17AF21CC-D8FD-46B9-B6F4-D9F2681D274A}">
      <dgm:prSet/>
      <dgm:spPr/>
      <dgm:t>
        <a:bodyPr/>
        <a:lstStyle/>
        <a:p>
          <a:endParaRPr lang="en-US"/>
        </a:p>
      </dgm:t>
    </dgm:pt>
    <dgm:pt modelId="{C299351A-B55A-402C-9978-936E9782AE81}">
      <dgm:prSet/>
      <dgm:spPr/>
      <dgm:t>
        <a:bodyPr/>
        <a:lstStyle/>
        <a:p>
          <a:r>
            <a:rPr lang="ja-JP" altLang="en-US" dirty="0"/>
            <a:t>１日の中で痩せるためにやるべ事</a:t>
          </a:r>
          <a:endParaRPr lang="en-US" dirty="0"/>
        </a:p>
      </dgm:t>
    </dgm:pt>
    <dgm:pt modelId="{A105E4AB-4886-46D3-8246-330505894DBD}" type="parTrans" cxnId="{1CA947C6-257A-44EE-BF07-DC4E11791228}">
      <dgm:prSet/>
      <dgm:spPr/>
      <dgm:t>
        <a:bodyPr/>
        <a:lstStyle/>
        <a:p>
          <a:endParaRPr lang="en-US"/>
        </a:p>
      </dgm:t>
    </dgm:pt>
    <dgm:pt modelId="{8CE689A8-9C16-4E25-888B-04B8D75CC968}" type="sibTrans" cxnId="{1CA947C6-257A-44EE-BF07-DC4E11791228}">
      <dgm:prSet/>
      <dgm:spPr/>
      <dgm:t>
        <a:bodyPr/>
        <a:lstStyle/>
        <a:p>
          <a:endParaRPr lang="en-US"/>
        </a:p>
      </dgm:t>
    </dgm:pt>
    <dgm:pt modelId="{AEC4C6CB-CD88-4C5A-BCC3-C5A0BE1C1C41}">
      <dgm:prSet/>
      <dgm:spPr/>
      <dgm:t>
        <a:bodyPr/>
        <a:lstStyle/>
        <a:p>
          <a:r>
            <a:rPr lang="ja-JP" altLang="en-US" dirty="0"/>
            <a:t>家でできる運動（ジムの場合も書く）</a:t>
          </a:r>
          <a:endParaRPr lang="en-US" altLang="ja-JP" dirty="0"/>
        </a:p>
        <a:p>
          <a:r>
            <a:rPr lang="ja-JP" altLang="en-US" dirty="0"/>
            <a:t>痩せるための考え方</a:t>
          </a:r>
          <a:endParaRPr lang="en-US" dirty="0"/>
        </a:p>
      </dgm:t>
    </dgm:pt>
    <dgm:pt modelId="{8DC154FC-37FF-4A81-9EAF-A94F1C8924F1}" type="parTrans" cxnId="{845B9B48-6C0D-443D-97E5-0DB3B6B79D5B}">
      <dgm:prSet/>
      <dgm:spPr/>
      <dgm:t>
        <a:bodyPr/>
        <a:lstStyle/>
        <a:p>
          <a:endParaRPr lang="en-US"/>
        </a:p>
      </dgm:t>
    </dgm:pt>
    <dgm:pt modelId="{C62B3353-1C5F-4F2D-BB18-7B7FD00791D9}" type="sibTrans" cxnId="{845B9B48-6C0D-443D-97E5-0DB3B6B79D5B}">
      <dgm:prSet/>
      <dgm:spPr/>
      <dgm:t>
        <a:bodyPr/>
        <a:lstStyle/>
        <a:p>
          <a:endParaRPr lang="en-US"/>
        </a:p>
      </dgm:t>
    </dgm:pt>
    <dgm:pt modelId="{DED5BF79-D7FB-476E-B15D-93C618EFC4E3}" type="pres">
      <dgm:prSet presAssocID="{8C801ED2-88F9-40E5-A2EF-B166A14409F3}" presName="linear" presStyleCnt="0">
        <dgm:presLayoutVars>
          <dgm:animLvl val="lvl"/>
          <dgm:resizeHandles val="exact"/>
        </dgm:presLayoutVars>
      </dgm:prSet>
      <dgm:spPr/>
    </dgm:pt>
    <dgm:pt modelId="{D27A9491-1647-4022-A349-5311FE84A378}" type="pres">
      <dgm:prSet presAssocID="{D44A15A8-4D7E-4D5E-8958-9F7BE1A211EE}" presName="parentText" presStyleLbl="node1" presStyleIdx="0" presStyleCnt="4">
        <dgm:presLayoutVars>
          <dgm:chMax val="0"/>
          <dgm:bulletEnabled val="1"/>
        </dgm:presLayoutVars>
      </dgm:prSet>
      <dgm:spPr/>
    </dgm:pt>
    <dgm:pt modelId="{81F74F79-C5FF-40E2-8A56-BFECA8891905}" type="pres">
      <dgm:prSet presAssocID="{5F777788-6B09-4158-A678-AA5B7DAB8475}" presName="spacer" presStyleCnt="0"/>
      <dgm:spPr/>
    </dgm:pt>
    <dgm:pt modelId="{FB10E1EB-ED69-4FAC-83CE-B5634D1C42FF}" type="pres">
      <dgm:prSet presAssocID="{7D35E113-47B4-4232-B871-D957DCA34083}" presName="parentText" presStyleLbl="node1" presStyleIdx="1" presStyleCnt="4">
        <dgm:presLayoutVars>
          <dgm:chMax val="0"/>
          <dgm:bulletEnabled val="1"/>
        </dgm:presLayoutVars>
      </dgm:prSet>
      <dgm:spPr/>
    </dgm:pt>
    <dgm:pt modelId="{3DC40D20-892C-4600-AA17-D9A3398AA692}" type="pres">
      <dgm:prSet presAssocID="{F13F07F3-8717-4192-9F51-0FD894EA7BF2}" presName="spacer" presStyleCnt="0"/>
      <dgm:spPr/>
    </dgm:pt>
    <dgm:pt modelId="{0ABD9633-8ED1-4D20-99BD-F7794415541F}" type="pres">
      <dgm:prSet presAssocID="{C299351A-B55A-402C-9978-936E9782AE81}" presName="parentText" presStyleLbl="node1" presStyleIdx="2" presStyleCnt="4">
        <dgm:presLayoutVars>
          <dgm:chMax val="0"/>
          <dgm:bulletEnabled val="1"/>
        </dgm:presLayoutVars>
      </dgm:prSet>
      <dgm:spPr/>
    </dgm:pt>
    <dgm:pt modelId="{339D1B94-A5EC-4C78-AA12-01DD3EF2AF7D}" type="pres">
      <dgm:prSet presAssocID="{8CE689A8-9C16-4E25-888B-04B8D75CC968}" presName="spacer" presStyleCnt="0"/>
      <dgm:spPr/>
    </dgm:pt>
    <dgm:pt modelId="{BD56CA92-015D-4AC5-B562-0675927A8697}" type="pres">
      <dgm:prSet presAssocID="{AEC4C6CB-CD88-4C5A-BCC3-C5A0BE1C1C41}" presName="parentText" presStyleLbl="node1" presStyleIdx="3" presStyleCnt="4" custLinFactNeighborY="-11758">
        <dgm:presLayoutVars>
          <dgm:chMax val="0"/>
          <dgm:bulletEnabled val="1"/>
        </dgm:presLayoutVars>
      </dgm:prSet>
      <dgm:spPr/>
    </dgm:pt>
  </dgm:ptLst>
  <dgm:cxnLst>
    <dgm:cxn modelId="{CC797F24-57E7-4730-B50A-61D90B14378B}" srcId="{8C801ED2-88F9-40E5-A2EF-B166A14409F3}" destId="{D44A15A8-4D7E-4D5E-8958-9F7BE1A211EE}" srcOrd="0" destOrd="0" parTransId="{6748C73D-02A5-4D8B-9A93-D13B70D781E7}" sibTransId="{5F777788-6B09-4158-A678-AA5B7DAB8475}"/>
    <dgm:cxn modelId="{3B41E747-DFC3-4537-AC79-2FDB19537D21}" type="presOf" srcId="{D44A15A8-4D7E-4D5E-8958-9F7BE1A211EE}" destId="{D27A9491-1647-4022-A349-5311FE84A378}" srcOrd="0" destOrd="0" presId="urn:microsoft.com/office/officeart/2005/8/layout/vList2"/>
    <dgm:cxn modelId="{845B9B48-6C0D-443D-97E5-0DB3B6B79D5B}" srcId="{8C801ED2-88F9-40E5-A2EF-B166A14409F3}" destId="{AEC4C6CB-CD88-4C5A-BCC3-C5A0BE1C1C41}" srcOrd="3" destOrd="0" parTransId="{8DC154FC-37FF-4A81-9EAF-A94F1C8924F1}" sibTransId="{C62B3353-1C5F-4F2D-BB18-7B7FD00791D9}"/>
    <dgm:cxn modelId="{5D518953-A320-4AA9-9DC3-79794E463A70}" type="presOf" srcId="{C299351A-B55A-402C-9978-936E9782AE81}" destId="{0ABD9633-8ED1-4D20-99BD-F7794415541F}" srcOrd="0" destOrd="0" presId="urn:microsoft.com/office/officeart/2005/8/layout/vList2"/>
    <dgm:cxn modelId="{A6D3EF77-E212-49BF-A86B-5C4CDAACEC8A}" type="presOf" srcId="{8C801ED2-88F9-40E5-A2EF-B166A14409F3}" destId="{DED5BF79-D7FB-476E-B15D-93C618EFC4E3}" srcOrd="0" destOrd="0" presId="urn:microsoft.com/office/officeart/2005/8/layout/vList2"/>
    <dgm:cxn modelId="{19A3965A-523B-4DD3-BF4D-0B8A75EE5444}" type="presOf" srcId="{AEC4C6CB-CD88-4C5A-BCC3-C5A0BE1C1C41}" destId="{BD56CA92-015D-4AC5-B562-0675927A8697}" srcOrd="0" destOrd="0" presId="urn:microsoft.com/office/officeart/2005/8/layout/vList2"/>
    <dgm:cxn modelId="{1CA947C6-257A-44EE-BF07-DC4E11791228}" srcId="{8C801ED2-88F9-40E5-A2EF-B166A14409F3}" destId="{C299351A-B55A-402C-9978-936E9782AE81}" srcOrd="2" destOrd="0" parTransId="{A105E4AB-4886-46D3-8246-330505894DBD}" sibTransId="{8CE689A8-9C16-4E25-888B-04B8D75CC968}"/>
    <dgm:cxn modelId="{17AF21CC-D8FD-46B9-B6F4-D9F2681D274A}" srcId="{8C801ED2-88F9-40E5-A2EF-B166A14409F3}" destId="{7D35E113-47B4-4232-B871-D957DCA34083}" srcOrd="1" destOrd="0" parTransId="{6A372481-EC2E-4078-BEBB-7667205428A8}" sibTransId="{F13F07F3-8717-4192-9F51-0FD894EA7BF2}"/>
    <dgm:cxn modelId="{F85E71F5-CA4A-464B-8EC4-CC167A5B4788}" type="presOf" srcId="{7D35E113-47B4-4232-B871-D957DCA34083}" destId="{FB10E1EB-ED69-4FAC-83CE-B5634D1C42FF}" srcOrd="0" destOrd="0" presId="urn:microsoft.com/office/officeart/2005/8/layout/vList2"/>
    <dgm:cxn modelId="{AD960F62-E8AF-4EC6-8883-6ADCB69BD53E}" type="presParOf" srcId="{DED5BF79-D7FB-476E-B15D-93C618EFC4E3}" destId="{D27A9491-1647-4022-A349-5311FE84A378}" srcOrd="0" destOrd="0" presId="urn:microsoft.com/office/officeart/2005/8/layout/vList2"/>
    <dgm:cxn modelId="{7E13DC8F-6F0F-4124-B74C-E16847EB3C75}" type="presParOf" srcId="{DED5BF79-D7FB-476E-B15D-93C618EFC4E3}" destId="{81F74F79-C5FF-40E2-8A56-BFECA8891905}" srcOrd="1" destOrd="0" presId="urn:microsoft.com/office/officeart/2005/8/layout/vList2"/>
    <dgm:cxn modelId="{B59EA12E-1120-4071-833E-C61076B6B272}" type="presParOf" srcId="{DED5BF79-D7FB-476E-B15D-93C618EFC4E3}" destId="{FB10E1EB-ED69-4FAC-83CE-B5634D1C42FF}" srcOrd="2" destOrd="0" presId="urn:microsoft.com/office/officeart/2005/8/layout/vList2"/>
    <dgm:cxn modelId="{A660CAD4-2CB0-423B-8BE4-9F23019F9C2D}" type="presParOf" srcId="{DED5BF79-D7FB-476E-B15D-93C618EFC4E3}" destId="{3DC40D20-892C-4600-AA17-D9A3398AA692}" srcOrd="3" destOrd="0" presId="urn:microsoft.com/office/officeart/2005/8/layout/vList2"/>
    <dgm:cxn modelId="{28D58EF9-6B13-4EF7-9F3F-F11571A91EBB}" type="presParOf" srcId="{DED5BF79-D7FB-476E-B15D-93C618EFC4E3}" destId="{0ABD9633-8ED1-4D20-99BD-F7794415541F}" srcOrd="4" destOrd="0" presId="urn:microsoft.com/office/officeart/2005/8/layout/vList2"/>
    <dgm:cxn modelId="{907940B6-6101-4E97-9FFD-6EC8DFDDCFB1}" type="presParOf" srcId="{DED5BF79-D7FB-476E-B15D-93C618EFC4E3}" destId="{339D1B94-A5EC-4C78-AA12-01DD3EF2AF7D}" srcOrd="5" destOrd="0" presId="urn:microsoft.com/office/officeart/2005/8/layout/vList2"/>
    <dgm:cxn modelId="{E7673890-3AF3-4B24-B24A-029A47800A4B}" type="presParOf" srcId="{DED5BF79-D7FB-476E-B15D-93C618EFC4E3}" destId="{BD56CA92-015D-4AC5-B562-0675927A8697}" srcOrd="6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0F6B9BB-A39E-4A6E-A407-173B59A17A04}">
      <dsp:nvSpPr>
        <dsp:cNvPr id="0" name=""/>
        <dsp:cNvSpPr/>
      </dsp:nvSpPr>
      <dsp:spPr>
        <a:xfrm>
          <a:off x="0" y="543231"/>
          <a:ext cx="7522890" cy="3761445"/>
        </a:xfrm>
        <a:prstGeom prst="roundRect">
          <a:avLst>
            <a:gd name="adj" fmla="val 1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60960" rIns="91440" bIns="60960" numCol="1" spcCol="1270" anchor="ctr" anchorCtr="0">
          <a:noAutofit/>
        </a:bodyPr>
        <a:lstStyle/>
        <a:p>
          <a:pPr marL="0" lvl="0" indent="0" algn="ctr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ja-JP" altLang="en-US" sz="4800" kern="1200" dirty="0"/>
            <a:t>福岡の夜景を整理し、</a:t>
          </a:r>
          <a:endParaRPr lang="en-US" altLang="ja-JP" sz="4800" kern="1200" dirty="0"/>
        </a:p>
        <a:p>
          <a:pPr marL="0" lvl="0" indent="0" algn="ctr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ja-JP" sz="4800" kern="1200" dirty="0"/>
            <a:t>観光</a:t>
          </a:r>
          <a:r>
            <a:rPr lang="ja-JP" altLang="en-US" sz="4800" kern="1200" dirty="0"/>
            <a:t>・</a:t>
          </a:r>
          <a:r>
            <a:rPr lang="ja-JP" sz="4800" kern="1200" dirty="0"/>
            <a:t>ドライブで使</a:t>
          </a:r>
          <a:r>
            <a:rPr lang="ja-JP" altLang="en-US" sz="4800" kern="1200" dirty="0"/>
            <a:t>える</a:t>
          </a:r>
          <a:r>
            <a:rPr lang="ja-JP" sz="4800" kern="1200" dirty="0"/>
            <a:t>情報サイトを目指す</a:t>
          </a:r>
          <a:endParaRPr lang="en-US" sz="4800" kern="1200" dirty="0"/>
        </a:p>
      </dsp:txBody>
      <dsp:txXfrm>
        <a:off x="110169" y="653400"/>
        <a:ext cx="7302552" cy="3541107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27A9491-1647-4022-A349-5311FE84A378}">
      <dsp:nvSpPr>
        <dsp:cNvPr id="0" name=""/>
        <dsp:cNvSpPr/>
      </dsp:nvSpPr>
      <dsp:spPr>
        <a:xfrm>
          <a:off x="0" y="62981"/>
          <a:ext cx="6651253" cy="1216800"/>
        </a:xfrm>
        <a:prstGeom prst="round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0" tIns="152400" rIns="152400" bIns="152400" numCol="1" spcCol="1270" anchor="ctr" anchorCtr="0">
          <a:noAutofit/>
        </a:bodyPr>
        <a:lstStyle/>
        <a:p>
          <a:pPr marL="0" lvl="0" indent="0" algn="l" defTabSz="1778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ja-JP" sz="4000" kern="1200"/>
            <a:t>トップページ </a:t>
          </a:r>
          <a:r>
            <a:rPr lang="en-US" sz="4000" kern="1200"/>
            <a:t>(HOME)</a:t>
          </a:r>
        </a:p>
      </dsp:txBody>
      <dsp:txXfrm>
        <a:off x="59399" y="122380"/>
        <a:ext cx="6532455" cy="1098002"/>
      </dsp:txXfrm>
    </dsp:sp>
    <dsp:sp modelId="{FB10E1EB-ED69-4FAC-83CE-B5634D1C42FF}">
      <dsp:nvSpPr>
        <dsp:cNvPr id="0" name=""/>
        <dsp:cNvSpPr/>
      </dsp:nvSpPr>
      <dsp:spPr>
        <a:xfrm>
          <a:off x="0" y="1394982"/>
          <a:ext cx="6651253" cy="1216800"/>
        </a:xfrm>
        <a:prstGeom prst="roundRect">
          <a:avLst/>
        </a:prstGeom>
        <a:solidFill>
          <a:schemeClr val="accent5">
            <a:hueOff val="-2252848"/>
            <a:satOff val="-5806"/>
            <a:lumOff val="-3922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0" tIns="152400" rIns="152400" bIns="152400" numCol="1" spcCol="1270" anchor="ctr" anchorCtr="0">
          <a:noAutofit/>
        </a:bodyPr>
        <a:lstStyle/>
        <a:p>
          <a:pPr marL="0" lvl="0" indent="0" algn="l" defTabSz="1778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ja-JP" sz="4000" kern="1200"/>
            <a:t>福岡市・近郊エリア</a:t>
          </a:r>
          <a:endParaRPr lang="en-US" sz="4000" kern="1200"/>
        </a:p>
      </dsp:txBody>
      <dsp:txXfrm>
        <a:off x="59399" y="1454381"/>
        <a:ext cx="6532455" cy="1098002"/>
      </dsp:txXfrm>
    </dsp:sp>
    <dsp:sp modelId="{0ABD9633-8ED1-4D20-99BD-F7794415541F}">
      <dsp:nvSpPr>
        <dsp:cNvPr id="0" name=""/>
        <dsp:cNvSpPr/>
      </dsp:nvSpPr>
      <dsp:spPr>
        <a:xfrm>
          <a:off x="0" y="2726982"/>
          <a:ext cx="6651253" cy="1216800"/>
        </a:xfrm>
        <a:prstGeom prst="roundRect">
          <a:avLst/>
        </a:prstGeom>
        <a:solidFill>
          <a:schemeClr val="accent5">
            <a:hueOff val="-4505695"/>
            <a:satOff val="-11613"/>
            <a:lumOff val="-7843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0" tIns="152400" rIns="152400" bIns="152400" numCol="1" spcCol="1270" anchor="ctr" anchorCtr="0">
          <a:noAutofit/>
        </a:bodyPr>
        <a:lstStyle/>
        <a:p>
          <a:pPr marL="0" lvl="0" indent="0" algn="l" defTabSz="1778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ja-JP" sz="4000" kern="1200"/>
            <a:t>筑紫・筑後エリア</a:t>
          </a:r>
          <a:endParaRPr lang="en-US" sz="4000" kern="1200"/>
        </a:p>
      </dsp:txBody>
      <dsp:txXfrm>
        <a:off x="59399" y="2786381"/>
        <a:ext cx="6532455" cy="1098002"/>
      </dsp:txXfrm>
    </dsp:sp>
    <dsp:sp modelId="{BD56CA92-015D-4AC5-B562-0675927A8697}">
      <dsp:nvSpPr>
        <dsp:cNvPr id="0" name=""/>
        <dsp:cNvSpPr/>
      </dsp:nvSpPr>
      <dsp:spPr>
        <a:xfrm>
          <a:off x="0" y="4058982"/>
          <a:ext cx="6651253" cy="1216800"/>
        </a:xfrm>
        <a:prstGeom prst="roundRect">
          <a:avLst/>
        </a:prstGeom>
        <a:solidFill>
          <a:schemeClr val="accent5">
            <a:hueOff val="-6758543"/>
            <a:satOff val="-17419"/>
            <a:lumOff val="-11765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0" tIns="152400" rIns="152400" bIns="152400" numCol="1" spcCol="1270" anchor="ctr" anchorCtr="0">
          <a:noAutofit/>
        </a:bodyPr>
        <a:lstStyle/>
        <a:p>
          <a:pPr marL="0" lvl="0" indent="0" algn="l" defTabSz="1778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ja-JP" sz="4000" kern="1200"/>
            <a:t>北九州エリア</a:t>
          </a:r>
          <a:endParaRPr lang="en-US" sz="4000" kern="1200"/>
        </a:p>
      </dsp:txBody>
      <dsp:txXfrm>
        <a:off x="59399" y="4118381"/>
        <a:ext cx="6532455" cy="1098002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3FC0598-9AF0-47A5-BAEE-584E4181E74C}">
      <dsp:nvSpPr>
        <dsp:cNvPr id="0" name=""/>
        <dsp:cNvSpPr/>
      </dsp:nvSpPr>
      <dsp:spPr>
        <a:xfrm>
          <a:off x="0" y="62981"/>
          <a:ext cx="6651253" cy="1216800"/>
        </a:xfrm>
        <a:prstGeom prst="round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0" tIns="152400" rIns="152400" bIns="152400" numCol="1" spcCol="1270" anchor="ctr" anchorCtr="0">
          <a:noAutofit/>
        </a:bodyPr>
        <a:lstStyle/>
        <a:p>
          <a:pPr marL="0" lvl="0" indent="0" algn="l" defTabSz="1778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ja-JP" sz="4000" kern="1200" dirty="0"/>
            <a:t>福岡タワー </a:t>
          </a:r>
          <a:endParaRPr lang="en-US" altLang="ja-JP" sz="4000" kern="1200" dirty="0"/>
        </a:p>
      </dsp:txBody>
      <dsp:txXfrm>
        <a:off x="59399" y="122380"/>
        <a:ext cx="6532455" cy="1098002"/>
      </dsp:txXfrm>
    </dsp:sp>
    <dsp:sp modelId="{FB10E1EB-ED69-4FAC-83CE-B5634D1C42FF}">
      <dsp:nvSpPr>
        <dsp:cNvPr id="0" name=""/>
        <dsp:cNvSpPr/>
      </dsp:nvSpPr>
      <dsp:spPr>
        <a:xfrm>
          <a:off x="0" y="1394982"/>
          <a:ext cx="6651253" cy="1216800"/>
        </a:xfrm>
        <a:prstGeom prst="roundRect">
          <a:avLst/>
        </a:prstGeom>
        <a:solidFill>
          <a:schemeClr val="accent5">
            <a:hueOff val="-2252848"/>
            <a:satOff val="-5806"/>
            <a:lumOff val="-3922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0" tIns="152400" rIns="152400" bIns="152400" numCol="1" spcCol="1270" anchor="ctr" anchorCtr="0">
          <a:noAutofit/>
        </a:bodyPr>
        <a:lstStyle/>
        <a:p>
          <a:pPr marL="0" lvl="0" indent="0" algn="l" defTabSz="1778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ja-JP" sz="4000" kern="1200" dirty="0"/>
            <a:t>油山 </a:t>
          </a:r>
          <a:endParaRPr lang="en-US" sz="4000" kern="1200" dirty="0"/>
        </a:p>
      </dsp:txBody>
      <dsp:txXfrm>
        <a:off x="59399" y="1454381"/>
        <a:ext cx="6532455" cy="1098002"/>
      </dsp:txXfrm>
    </dsp:sp>
    <dsp:sp modelId="{55313E15-881D-4D9D-9908-B6EC10BD2928}">
      <dsp:nvSpPr>
        <dsp:cNvPr id="0" name=""/>
        <dsp:cNvSpPr/>
      </dsp:nvSpPr>
      <dsp:spPr>
        <a:xfrm>
          <a:off x="0" y="2726982"/>
          <a:ext cx="6651253" cy="1216800"/>
        </a:xfrm>
        <a:prstGeom prst="roundRect">
          <a:avLst/>
        </a:prstGeom>
        <a:solidFill>
          <a:schemeClr val="accent5">
            <a:hueOff val="-4505695"/>
            <a:satOff val="-11613"/>
            <a:lumOff val="-7843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0" tIns="152400" rIns="152400" bIns="152400" numCol="1" spcCol="1270" anchor="ctr" anchorCtr="0">
          <a:noAutofit/>
        </a:bodyPr>
        <a:lstStyle/>
        <a:p>
          <a:pPr marL="0" lvl="0" indent="0" algn="l" defTabSz="1778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ja-JP" sz="4000" kern="1200" dirty="0"/>
            <a:t>星野村 </a:t>
          </a:r>
          <a:endParaRPr kumimoji="1" lang="ja-JP" altLang="en-US" sz="4000" kern="1200" dirty="0"/>
        </a:p>
      </dsp:txBody>
      <dsp:txXfrm>
        <a:off x="59399" y="2786381"/>
        <a:ext cx="6532455" cy="1098002"/>
      </dsp:txXfrm>
    </dsp:sp>
    <dsp:sp modelId="{BD56CA92-015D-4AC5-B562-0675927A8697}">
      <dsp:nvSpPr>
        <dsp:cNvPr id="0" name=""/>
        <dsp:cNvSpPr/>
      </dsp:nvSpPr>
      <dsp:spPr>
        <a:xfrm>
          <a:off x="0" y="4058982"/>
          <a:ext cx="6651253" cy="1216800"/>
        </a:xfrm>
        <a:prstGeom prst="roundRect">
          <a:avLst/>
        </a:prstGeom>
        <a:solidFill>
          <a:schemeClr val="accent5">
            <a:hueOff val="-6758543"/>
            <a:satOff val="-17419"/>
            <a:lumOff val="-11765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0" tIns="152400" rIns="152400" bIns="152400" numCol="1" spcCol="1270" anchor="ctr" anchorCtr="0">
          <a:noAutofit/>
        </a:bodyPr>
        <a:lstStyle/>
        <a:p>
          <a:pPr marL="0" lvl="0" indent="0" algn="l" defTabSz="1778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ja-JP" altLang="en-US" sz="4000" kern="1200" dirty="0"/>
            <a:t>皿倉山</a:t>
          </a:r>
          <a:endParaRPr lang="en-US" sz="4000" kern="1200" dirty="0"/>
        </a:p>
      </dsp:txBody>
      <dsp:txXfrm>
        <a:off x="59399" y="4118381"/>
        <a:ext cx="6532455" cy="1098002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3AD429A-2CA8-43A8-B86C-C0E0C4C63593}">
      <dsp:nvSpPr>
        <dsp:cNvPr id="0" name=""/>
        <dsp:cNvSpPr/>
      </dsp:nvSpPr>
      <dsp:spPr>
        <a:xfrm>
          <a:off x="0" y="629084"/>
          <a:ext cx="7522890" cy="1125540"/>
        </a:xfrm>
        <a:prstGeom prst="round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0970" tIns="140970" rIns="140970" bIns="140970" numCol="1" spcCol="1270" anchor="ctr" anchorCtr="0">
          <a:noAutofit/>
        </a:bodyPr>
        <a:lstStyle/>
        <a:p>
          <a:pPr marL="0" lvl="0" indent="0" algn="l" defTabSz="1644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sz="3700" kern="1200" dirty="0"/>
            <a:t>13kg減量した経験をもとに構成 </a:t>
          </a:r>
          <a:endParaRPr lang="en-US" sz="3700" kern="1200" dirty="0"/>
        </a:p>
      </dsp:txBody>
      <dsp:txXfrm>
        <a:off x="54944" y="684028"/>
        <a:ext cx="7413002" cy="1015652"/>
      </dsp:txXfrm>
    </dsp:sp>
    <dsp:sp modelId="{2A6F186D-70E5-460D-AB72-DBDFED6C7F62}">
      <dsp:nvSpPr>
        <dsp:cNvPr id="0" name=""/>
        <dsp:cNvSpPr/>
      </dsp:nvSpPr>
      <dsp:spPr>
        <a:xfrm>
          <a:off x="0" y="1861184"/>
          <a:ext cx="7522890" cy="1125540"/>
        </a:xfrm>
        <a:prstGeom prst="roundRect">
          <a:avLst/>
        </a:prstGeom>
        <a:solidFill>
          <a:schemeClr val="accent5">
            <a:hueOff val="-3379271"/>
            <a:satOff val="-8710"/>
            <a:lumOff val="-5883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0970" tIns="140970" rIns="140970" bIns="140970" numCol="1" spcCol="1270" anchor="ctr" anchorCtr="0">
          <a:noAutofit/>
        </a:bodyPr>
        <a:lstStyle/>
        <a:p>
          <a:pPr marL="0" lvl="0" indent="0" algn="l" defTabSz="1644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sz="3700" kern="1200" dirty="0"/>
            <a:t>食事・運動・生活習慣を紹介 </a:t>
          </a:r>
          <a:endParaRPr lang="en-US" sz="3700" kern="1200" dirty="0"/>
        </a:p>
      </dsp:txBody>
      <dsp:txXfrm>
        <a:off x="54944" y="1916128"/>
        <a:ext cx="7413002" cy="1015652"/>
      </dsp:txXfrm>
    </dsp:sp>
    <dsp:sp modelId="{F23E8ED6-D8CC-45B1-829B-28A75C22DF82}">
      <dsp:nvSpPr>
        <dsp:cNvPr id="0" name=""/>
        <dsp:cNvSpPr/>
      </dsp:nvSpPr>
      <dsp:spPr>
        <a:xfrm>
          <a:off x="0" y="3093284"/>
          <a:ext cx="7522890" cy="1125540"/>
        </a:xfrm>
        <a:prstGeom prst="roundRect">
          <a:avLst/>
        </a:prstGeom>
        <a:solidFill>
          <a:schemeClr val="accent5">
            <a:hueOff val="-6758543"/>
            <a:satOff val="-17419"/>
            <a:lumOff val="-11765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0970" tIns="140970" rIns="140970" bIns="140970" numCol="1" spcCol="1270" anchor="ctr" anchorCtr="0">
          <a:noAutofit/>
        </a:bodyPr>
        <a:lstStyle/>
        <a:p>
          <a:pPr marL="0" lvl="0" indent="0" algn="l" defTabSz="1644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sz="3700" kern="1200" dirty="0"/>
            <a:t>初心者でも真似できる内容にする </a:t>
          </a:r>
          <a:endParaRPr lang="en-US" sz="3700" kern="1200" dirty="0"/>
        </a:p>
      </dsp:txBody>
      <dsp:txXfrm>
        <a:off x="54944" y="3148228"/>
        <a:ext cx="7413002" cy="1015652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27A9491-1647-4022-A349-5311FE84A378}">
      <dsp:nvSpPr>
        <dsp:cNvPr id="0" name=""/>
        <dsp:cNvSpPr/>
      </dsp:nvSpPr>
      <dsp:spPr>
        <a:xfrm>
          <a:off x="0" y="62981"/>
          <a:ext cx="6651253" cy="1216800"/>
        </a:xfrm>
        <a:prstGeom prst="round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0" tIns="152400" rIns="152400" bIns="152400" numCol="1" spcCol="1270" anchor="ctr" anchorCtr="0">
          <a:noAutofit/>
        </a:bodyPr>
        <a:lstStyle/>
        <a:p>
          <a:pPr marL="0" lvl="0" indent="0" algn="l" defTabSz="1778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ja-JP" altLang="en-US" sz="4000" kern="1200" dirty="0"/>
            <a:t>食事管理方法</a:t>
          </a:r>
          <a:endParaRPr lang="en-US" sz="4000" kern="1200" dirty="0"/>
        </a:p>
      </dsp:txBody>
      <dsp:txXfrm>
        <a:off x="59399" y="122380"/>
        <a:ext cx="6532455" cy="1098002"/>
      </dsp:txXfrm>
    </dsp:sp>
    <dsp:sp modelId="{FB10E1EB-ED69-4FAC-83CE-B5634D1C42FF}">
      <dsp:nvSpPr>
        <dsp:cNvPr id="0" name=""/>
        <dsp:cNvSpPr/>
      </dsp:nvSpPr>
      <dsp:spPr>
        <a:xfrm>
          <a:off x="0" y="1394982"/>
          <a:ext cx="6651253" cy="1216800"/>
        </a:xfrm>
        <a:prstGeom prst="roundRect">
          <a:avLst/>
        </a:prstGeom>
        <a:solidFill>
          <a:schemeClr val="accent5">
            <a:hueOff val="-2252848"/>
            <a:satOff val="-5806"/>
            <a:lumOff val="-3922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0" tIns="152400" rIns="152400" bIns="152400" numCol="1" spcCol="1270" anchor="ctr" anchorCtr="0">
          <a:noAutofit/>
        </a:bodyPr>
        <a:lstStyle/>
        <a:p>
          <a:pPr marL="0" lvl="0" indent="0" algn="l" defTabSz="1778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ja-JP" altLang="en-US" sz="4000" kern="1200" dirty="0"/>
            <a:t>食事内容</a:t>
          </a:r>
          <a:endParaRPr lang="en-US" sz="4000" kern="1200" dirty="0"/>
        </a:p>
      </dsp:txBody>
      <dsp:txXfrm>
        <a:off x="59399" y="1454381"/>
        <a:ext cx="6532455" cy="1098002"/>
      </dsp:txXfrm>
    </dsp:sp>
    <dsp:sp modelId="{0ABD9633-8ED1-4D20-99BD-F7794415541F}">
      <dsp:nvSpPr>
        <dsp:cNvPr id="0" name=""/>
        <dsp:cNvSpPr/>
      </dsp:nvSpPr>
      <dsp:spPr>
        <a:xfrm>
          <a:off x="0" y="2726982"/>
          <a:ext cx="6651253" cy="1216800"/>
        </a:xfrm>
        <a:prstGeom prst="roundRect">
          <a:avLst/>
        </a:prstGeom>
        <a:solidFill>
          <a:schemeClr val="accent5">
            <a:hueOff val="-4505695"/>
            <a:satOff val="-11613"/>
            <a:lumOff val="-7843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0" tIns="152400" rIns="152400" bIns="152400" numCol="1" spcCol="1270" anchor="ctr" anchorCtr="0">
          <a:noAutofit/>
        </a:bodyPr>
        <a:lstStyle/>
        <a:p>
          <a:pPr marL="0" lvl="0" indent="0" algn="l" defTabSz="1778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ja-JP" altLang="en-US" sz="4000" kern="1200" dirty="0"/>
            <a:t>一日のスケジュール</a:t>
          </a:r>
          <a:endParaRPr lang="en-US" sz="4000" kern="1200" dirty="0"/>
        </a:p>
      </dsp:txBody>
      <dsp:txXfrm>
        <a:off x="59399" y="2786381"/>
        <a:ext cx="6532455" cy="1098002"/>
      </dsp:txXfrm>
    </dsp:sp>
    <dsp:sp modelId="{BD56CA92-015D-4AC5-B562-0675927A8697}">
      <dsp:nvSpPr>
        <dsp:cNvPr id="0" name=""/>
        <dsp:cNvSpPr/>
      </dsp:nvSpPr>
      <dsp:spPr>
        <a:xfrm>
          <a:off x="0" y="4058982"/>
          <a:ext cx="6651253" cy="1216800"/>
        </a:xfrm>
        <a:prstGeom prst="roundRect">
          <a:avLst/>
        </a:prstGeom>
        <a:solidFill>
          <a:schemeClr val="accent5">
            <a:hueOff val="-6758543"/>
            <a:satOff val="-17419"/>
            <a:lumOff val="-11765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0" tIns="152400" rIns="152400" bIns="152400" numCol="1" spcCol="1270" anchor="ctr" anchorCtr="0">
          <a:noAutofit/>
        </a:bodyPr>
        <a:lstStyle/>
        <a:p>
          <a:pPr marL="0" lvl="0" indent="0" algn="l" defTabSz="1778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ja-JP" altLang="en-US" sz="4000" kern="1200" dirty="0"/>
            <a:t>運動内容</a:t>
          </a:r>
          <a:endParaRPr lang="en-US" sz="4000" kern="1200" dirty="0"/>
        </a:p>
      </dsp:txBody>
      <dsp:txXfrm>
        <a:off x="59399" y="4118381"/>
        <a:ext cx="6532455" cy="1098002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27A9491-1647-4022-A349-5311FE84A378}">
      <dsp:nvSpPr>
        <dsp:cNvPr id="0" name=""/>
        <dsp:cNvSpPr/>
      </dsp:nvSpPr>
      <dsp:spPr>
        <a:xfrm>
          <a:off x="0" y="63308"/>
          <a:ext cx="6651253" cy="1257676"/>
        </a:xfrm>
        <a:prstGeom prst="round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ja-JP" altLang="en-US" sz="2100" kern="1200" dirty="0"/>
            <a:t>食事内容の記録、基礎代謝の出し方</a:t>
          </a:r>
          <a:endParaRPr lang="en-US" sz="2100" kern="1200" dirty="0"/>
        </a:p>
      </dsp:txBody>
      <dsp:txXfrm>
        <a:off x="61395" y="124703"/>
        <a:ext cx="6528463" cy="1134886"/>
      </dsp:txXfrm>
    </dsp:sp>
    <dsp:sp modelId="{FB10E1EB-ED69-4FAC-83CE-B5634D1C42FF}">
      <dsp:nvSpPr>
        <dsp:cNvPr id="0" name=""/>
        <dsp:cNvSpPr/>
      </dsp:nvSpPr>
      <dsp:spPr>
        <a:xfrm>
          <a:off x="0" y="1381465"/>
          <a:ext cx="6651253" cy="1257676"/>
        </a:xfrm>
        <a:prstGeom prst="roundRect">
          <a:avLst/>
        </a:prstGeom>
        <a:solidFill>
          <a:schemeClr val="accent5">
            <a:hueOff val="-2252848"/>
            <a:satOff val="-5806"/>
            <a:lumOff val="-3922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ja-JP" altLang="en-US" sz="2100" kern="1200" dirty="0"/>
            <a:t>実際の食事例、</a:t>
          </a:r>
          <a:r>
            <a:rPr lang="en-US" altLang="ja-JP" sz="2100" kern="1200" dirty="0"/>
            <a:t>PFC</a:t>
          </a:r>
          <a:r>
            <a:rPr lang="ja-JP" altLang="en-US" sz="2100" kern="1200" dirty="0"/>
            <a:t>バランスの大切さ・意味</a:t>
          </a:r>
          <a:endParaRPr lang="en-US" sz="2100" kern="1200" dirty="0"/>
        </a:p>
      </dsp:txBody>
      <dsp:txXfrm>
        <a:off x="61395" y="1442860"/>
        <a:ext cx="6528463" cy="1134886"/>
      </dsp:txXfrm>
    </dsp:sp>
    <dsp:sp modelId="{0ABD9633-8ED1-4D20-99BD-F7794415541F}">
      <dsp:nvSpPr>
        <dsp:cNvPr id="0" name=""/>
        <dsp:cNvSpPr/>
      </dsp:nvSpPr>
      <dsp:spPr>
        <a:xfrm>
          <a:off x="0" y="2699622"/>
          <a:ext cx="6651253" cy="1257676"/>
        </a:xfrm>
        <a:prstGeom prst="roundRect">
          <a:avLst/>
        </a:prstGeom>
        <a:solidFill>
          <a:schemeClr val="accent5">
            <a:hueOff val="-4505695"/>
            <a:satOff val="-11613"/>
            <a:lumOff val="-7843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ja-JP" altLang="en-US" sz="2100" kern="1200" dirty="0"/>
            <a:t>１日の中で痩せるためにやるべ事</a:t>
          </a:r>
          <a:endParaRPr lang="en-US" sz="2100" kern="1200" dirty="0"/>
        </a:p>
      </dsp:txBody>
      <dsp:txXfrm>
        <a:off x="61395" y="2761017"/>
        <a:ext cx="6528463" cy="1134886"/>
      </dsp:txXfrm>
    </dsp:sp>
    <dsp:sp modelId="{BD56CA92-015D-4AC5-B562-0675927A8697}">
      <dsp:nvSpPr>
        <dsp:cNvPr id="0" name=""/>
        <dsp:cNvSpPr/>
      </dsp:nvSpPr>
      <dsp:spPr>
        <a:xfrm>
          <a:off x="0" y="4010667"/>
          <a:ext cx="6651253" cy="1257676"/>
        </a:xfrm>
        <a:prstGeom prst="roundRect">
          <a:avLst/>
        </a:prstGeom>
        <a:solidFill>
          <a:schemeClr val="accent5">
            <a:hueOff val="-6758543"/>
            <a:satOff val="-17419"/>
            <a:lumOff val="-11765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ja-JP" altLang="en-US" sz="2100" kern="1200" dirty="0"/>
            <a:t>家でできる運動（ジムの場合も書く）</a:t>
          </a:r>
          <a:endParaRPr lang="en-US" altLang="ja-JP" sz="2100" kern="1200" dirty="0"/>
        </a:p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ja-JP" altLang="en-US" sz="2100" kern="1200" dirty="0"/>
            <a:t>痩せるための考え方</a:t>
          </a:r>
          <a:endParaRPr lang="en-US" sz="2100" kern="1200" dirty="0"/>
        </a:p>
      </dsp:txBody>
      <dsp:txXfrm>
        <a:off x="61395" y="4072062"/>
        <a:ext cx="6528463" cy="1134886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ierarchy3">
  <dgm:title val=""/>
  <dgm:desc val=""/>
  <dgm:catLst>
    <dgm:cat type="hierarchy" pri="7000"/>
    <dgm:cat type="list" pri="23000"/>
    <dgm:cat type="relationship" pri="15000"/>
    <dgm:cat type="convert" pri="7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</dgm:ptLst>
      <dgm:cxnLst>
        <dgm:cxn modelId="4" srcId="0" destId="1" srcOrd="0" destOrd="0"/>
        <dgm:cxn modelId="5" srcId="1" destId="11" srcOrd="0" destOrd="0"/>
        <dgm:cxn modelId="6" srcId="1" destId="12" srcOrd="1" destOrd="0"/>
        <dgm:cxn modelId="7" srcId="0" destId="2" srcOrd="1" destOrd="0"/>
        <dgm:cxn modelId="8" srcId="2" destId="21" srcOrd="0" destOrd="0"/>
        <dgm:cxn modelId="9" srcId="2" destId="2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diagram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forName="rootText" op="equ" val="65"/>
      <dgm:constr type="primFontSz" for="des" forName="childText" op="equ" val="65"/>
      <dgm:constr type="w" for="des" forName="rootComposite" refType="w"/>
      <dgm:constr type="h" for="des" forName="rootComposite" refType="w" fact="0.5"/>
      <dgm:constr type="w" for="des" forName="childText" refType="w" refFor="des" refForName="rootComposite" fact="0.8"/>
      <dgm:constr type="h" for="des" forName="childText" refType="h" refFor="des" refForName="rootComposite"/>
      <dgm:constr type="sibSp" refType="w" refFor="des" refForName="rootComposite" fact="0.25"/>
      <dgm:constr type="sibSp" for="des" forName="childShape" refType="h" refFor="des" refForName="childText" fact="0.25"/>
      <dgm:constr type="sp" for="des" forName="root" refType="h" refFor="des" refForName="childText" fact="0.25"/>
    </dgm:constrLst>
    <dgm:ruleLst/>
    <dgm:forEach name="Name3" axis="ch">
      <dgm:forEach name="Name4" axis="self" ptType="node" cnt="1">
        <dgm:layoutNode name="root">
          <dgm:choose name="Name5">
            <dgm:if name="Name6" func="var" arg="dir" op="equ" val="norm">
              <dgm:alg type="hierRoot">
                <dgm:param type="hierAlign" val="tL"/>
              </dgm:alg>
            </dgm:if>
            <dgm:else name="Name7">
              <dgm:alg type="hierRoot">
                <dgm:param type="hierAlign" val="tR"/>
              </dgm:alg>
            </dgm:else>
          </dgm:choose>
          <dgm:shape xmlns:r="http://schemas.openxmlformats.org/officeDocument/2006/relationships" r:blip="">
            <dgm:adjLst/>
          </dgm:shape>
          <dgm:presOf/>
          <dgm:constrLst>
            <dgm:constr type="alignOff" val="0.2"/>
          </dgm:constrLst>
          <dgm:ruleLst/>
          <dgm:layoutNode name="rootComposite">
            <dgm:alg type="composite"/>
            <dgm:shape xmlns:r="http://schemas.openxmlformats.org/officeDocument/2006/relationships" r:blip="">
              <dgm:adjLst/>
            </dgm:shape>
            <dgm:presOf axis="self" ptType="node" cnt="1"/>
            <dgm:choose name="Name8">
              <dgm:if name="Name9" func="var" arg="dir" op="equ" val="norm">
                <dgm:constrLst>
                  <dgm:constr type="l" for="ch" forName="rootText"/>
                  <dgm:constr type="t" for="ch" forName="rootText"/>
                  <dgm:constr type="w" for="ch" forName="rootText" refType="w"/>
                  <dgm:constr type="h" for="ch" forName="rootText" refType="h"/>
                  <dgm:constr type="l" for="ch" forName="rootConnector"/>
                  <dgm:constr type="t" for="ch" forName="rootConnector"/>
                  <dgm:constr type="w" for="ch" forName="rootConnector" refType="w" refFor="ch" refForName="rootText" fact="0.2"/>
                  <dgm:constr type="h" for="ch" forName="rootConnector" refType="h" refFor="ch" refForName="rootText"/>
                </dgm:constrLst>
              </dgm:if>
              <dgm:else name="Name10">
                <dgm:constrLst>
                  <dgm:constr type="l" for="ch" forName="rootText"/>
                  <dgm:constr type="t" for="ch" forName="rootText"/>
                  <dgm:constr type="w" for="ch" forName="rootText" refType="w"/>
                  <dgm:constr type="h" for="ch" forName="rootText" refType="h"/>
                  <dgm:constr type="r" for="ch" forName="rootConnector" refType="w"/>
                  <dgm:constr type="t" for="ch" forName="rootConnector"/>
                  <dgm:constr type="w" for="ch" forName="rootConnector" refType="w" refFor="ch" refForName="rootText" fact="0.2"/>
                  <dgm:constr type="h" for="ch" forName="rootConnector" refType="h" refFor="ch" refForName="rootText"/>
                </dgm:constrLst>
              </dgm:else>
            </dgm:choose>
            <dgm:ruleLst/>
            <dgm:layoutNode name="rootText" styleLbl="node1"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 ptType="node" cnt="1"/>
              <dgm:constrLst>
                <dgm:constr type="tMarg" refType="primFontSz" fact="0.1"/>
                <dgm:constr type="bMarg" refType="primFontSz" fact="0.1"/>
                <dgm:constr type="lMarg" refType="primFontSz" fact="0.15"/>
                <dgm:constr type="rMarg" refType="primFontSz" fact="0.15"/>
              </dgm:constrLst>
              <dgm:ruleLst>
                <dgm:rule type="primFontSz" val="5" fact="NaN" max="NaN"/>
              </dgm:ruleLst>
            </dgm:layoutNode>
            <dgm:layoutNode name="rootConnector" moveWith="rootText">
              <dgm:alg type="sp"/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self" ptType="node" cnt="1"/>
              <dgm:constrLst/>
              <dgm:ruleLst/>
            </dgm:layoutNode>
          </dgm:layoutNode>
          <dgm:layoutNode name="childShape">
            <dgm:alg type="hierChild">
              <dgm:param type="chAlign" val="l"/>
              <dgm:param type="linDir" val="fromT"/>
            </dgm:alg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11" axis="ch">
              <dgm:forEach name="Name12" axis="self" ptType="parTrans" cnt="1">
                <dgm:layoutNode name="Name13">
                  <dgm:choose name="Name14">
                    <dgm:if name="Name15" func="var" arg="dir" op="equ" val="norm">
                      <dgm:alg type="conn">
                        <dgm:param type="dim" val="1D"/>
                        <dgm:param type="endSty" val="noArr"/>
                        <dgm:param type="connRout" val="bend"/>
                        <dgm:param type="srcNode" val="rootConnector"/>
                        <dgm:param type="begPts" val="bCtr"/>
                        <dgm:param type="endPts" val="midL"/>
                      </dgm:alg>
                    </dgm:if>
                    <dgm:else name="Name16">
                      <dgm:alg type="conn">
                        <dgm:param type="dim" val="1D"/>
                        <dgm:param type="endSty" val="noArr"/>
                        <dgm:param type="connRout" val="bend"/>
                        <dgm:param type="srcNode" val="rootConnector"/>
                        <dgm:param type="begPts" val="bCtr"/>
                        <dgm:param type="endPts" val="midR"/>
                      </dgm:alg>
                    </dgm:else>
                  </dgm:choose>
                  <dgm:shape xmlns:r="http://schemas.openxmlformats.org/officeDocument/2006/relationships" type="conn" r:blip="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7" axis="self" ptType="node">
                <dgm:layoutNode name="childText" styleLbl="bgAcc1">
                  <dgm:varLst>
                    <dgm:bulletEnabled val="1"/>
                  </dgm:varLst>
                  <dgm:alg type="tx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self desOrSelf" ptType="node node" st="1 1" cnt="1 0"/>
                  <dgm:constrLst>
                    <dgm:constr type="tMarg" refType="primFontSz" fact="0.1"/>
                    <dgm:constr type="bMarg" refType="primFontSz" fact="0.1"/>
                    <dgm:constr type="lMarg" refType="primFontSz" fact="0.15"/>
                    <dgm:constr type="rMarg" refType="primFontSz" fact="0.15"/>
                  </dgm:constrLst>
                  <dgm:ruleLst>
                    <dgm:rule type="primFontSz" val="5" fact="NaN" max="NaN"/>
                  </dgm:ruleLst>
                </dgm:layoutNode>
              </dgm:forEach>
            </dgm:forEach>
          </dgm:layoutNode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ja-JP" altLang="en-US"/>
              <a:t>マスター サブタイトルの書式設定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184D05-BF12-4806-9DA3-587B7D57B7E5}" type="datetimeFigureOut">
              <a:rPr kumimoji="1" lang="ja-JP" altLang="en-US" smtClean="0"/>
              <a:t>2026/6/29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3268EB-4A61-45F5-8203-F8E50F0D4C0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5453893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184D05-BF12-4806-9DA3-587B7D57B7E5}" type="datetimeFigureOut">
              <a:rPr kumimoji="1" lang="ja-JP" altLang="en-US" smtClean="0"/>
              <a:t>2026/6/29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3268EB-4A61-45F5-8203-F8E50F0D4C0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2011242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184D05-BF12-4806-9DA3-587B7D57B7E5}" type="datetimeFigureOut">
              <a:rPr kumimoji="1" lang="ja-JP" altLang="en-US" smtClean="0"/>
              <a:t>2026/6/29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3268EB-4A61-45F5-8203-F8E50F0D4C0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456688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184D05-BF12-4806-9DA3-587B7D57B7E5}" type="datetimeFigureOut">
              <a:rPr kumimoji="1" lang="ja-JP" altLang="en-US" smtClean="0"/>
              <a:t>2026/6/29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3268EB-4A61-45F5-8203-F8E50F0D4C0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252257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184D05-BF12-4806-9DA3-587B7D57B7E5}" type="datetimeFigureOut">
              <a:rPr kumimoji="1" lang="ja-JP" altLang="en-US" smtClean="0"/>
              <a:t>2026/6/29</a:t>
            </a:fld>
            <a:endParaRPr kumimoji="1" lang="ja-JP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3268EB-4A61-45F5-8203-F8E50F0D4C0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16470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184D05-BF12-4806-9DA3-587B7D57B7E5}" type="datetimeFigureOut">
              <a:rPr kumimoji="1" lang="ja-JP" altLang="en-US" smtClean="0"/>
              <a:t>2026/6/29</a:t>
            </a:fld>
            <a:endParaRPr kumimoji="1" lang="ja-JP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3268EB-4A61-45F5-8203-F8E50F0D4C0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6000230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184D05-BF12-4806-9DA3-587B7D57B7E5}" type="datetimeFigureOut">
              <a:rPr kumimoji="1" lang="ja-JP" altLang="en-US" smtClean="0"/>
              <a:t>2026/6/29</a:t>
            </a:fld>
            <a:endParaRPr kumimoji="1" lang="ja-JP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3268EB-4A61-45F5-8203-F8E50F0D4C0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795985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184D05-BF12-4806-9DA3-587B7D57B7E5}" type="datetimeFigureOut">
              <a:rPr kumimoji="1" lang="ja-JP" altLang="en-US" smtClean="0"/>
              <a:t>2026/6/29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3268EB-4A61-45F5-8203-F8E50F0D4C0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345058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ja-JP" altLang="en-US"/>
              <a:t>アイコンをクリックして図を追加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184D05-BF12-4806-9DA3-587B7D57B7E5}" type="datetimeFigureOut">
              <a:rPr kumimoji="1" lang="ja-JP" altLang="en-US" smtClean="0"/>
              <a:t>2026/6/29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3268EB-4A61-45F5-8203-F8E50F0D4C0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2363786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184D05-BF12-4806-9DA3-587B7D57B7E5}" type="datetimeFigureOut">
              <a:rPr kumimoji="1" lang="ja-JP" altLang="en-US" smtClean="0"/>
              <a:t>2026/6/29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3268EB-4A61-45F5-8203-F8E50F0D4C0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6871787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184D05-BF12-4806-9DA3-587B7D57B7E5}" type="datetimeFigureOut">
              <a:rPr kumimoji="1" lang="ja-JP" altLang="en-US" smtClean="0"/>
              <a:t>2026/6/29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3268EB-4A61-45F5-8203-F8E50F0D4C0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831084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6184D05-BF12-4806-9DA3-587B7D57B7E5}" type="datetimeFigureOut">
              <a:rPr kumimoji="1" lang="ja-JP" altLang="en-US" smtClean="0"/>
              <a:t>2026/6/29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F3268EB-4A61-45F5-8203-F8E50F0D4C0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993404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5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6.xml"/><Relationship Id="rId2" Type="http://schemas.openxmlformats.org/officeDocument/2006/relationships/diagramData" Target="../diagrams/data6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6.xml"/><Relationship Id="rId5" Type="http://schemas.openxmlformats.org/officeDocument/2006/relationships/diagramColors" Target="../diagrams/colors6.xml"/><Relationship Id="rId4" Type="http://schemas.openxmlformats.org/officeDocument/2006/relationships/diagramQuickStyle" Target="../diagrams/quickStyl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7718681-A12E-49D6-9925-DD7C68176D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FBD77573-9EF2-4C35-8285-A1CF6FBB0E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" y="0"/>
            <a:ext cx="5511704" cy="6858000"/>
          </a:xfrm>
          <a:custGeom>
            <a:avLst/>
            <a:gdLst>
              <a:gd name="connsiteX0" fmla="*/ 5511704 w 5511704"/>
              <a:gd name="connsiteY0" fmla="*/ 0 h 6886576"/>
              <a:gd name="connsiteX1" fmla="*/ 1008599 w 5511704"/>
              <a:gd name="connsiteY1" fmla="*/ 0 h 6886576"/>
              <a:gd name="connsiteX2" fmla="*/ 1310975 w 5511704"/>
              <a:gd name="connsiteY2" fmla="*/ 110728 h 6886576"/>
              <a:gd name="connsiteX3" fmla="*/ 1267362 w 5511704"/>
              <a:gd name="connsiteY3" fmla="*/ 135731 h 6886576"/>
              <a:gd name="connsiteX4" fmla="*/ 1005692 w 5511704"/>
              <a:gd name="connsiteY4" fmla="*/ 71437 h 6886576"/>
              <a:gd name="connsiteX5" fmla="*/ 953358 w 5511704"/>
              <a:gd name="connsiteY5" fmla="*/ 89297 h 6886576"/>
              <a:gd name="connsiteX6" fmla="*/ 979525 w 5511704"/>
              <a:gd name="connsiteY6" fmla="*/ 164307 h 6886576"/>
              <a:gd name="connsiteX7" fmla="*/ 1092915 w 5511704"/>
              <a:gd name="connsiteY7" fmla="*/ 192882 h 6886576"/>
              <a:gd name="connsiteX8" fmla="*/ 1270270 w 5511704"/>
              <a:gd name="connsiteY8" fmla="*/ 375047 h 6886576"/>
              <a:gd name="connsiteX9" fmla="*/ 1002784 w 5511704"/>
              <a:gd name="connsiteY9" fmla="*/ 353615 h 6886576"/>
              <a:gd name="connsiteX10" fmla="*/ 956265 w 5511704"/>
              <a:gd name="connsiteY10" fmla="*/ 396479 h 6886576"/>
              <a:gd name="connsiteX11" fmla="*/ 938820 w 5511704"/>
              <a:gd name="connsiteY11" fmla="*/ 453629 h 6886576"/>
              <a:gd name="connsiteX12" fmla="*/ 860319 w 5511704"/>
              <a:gd name="connsiteY12" fmla="*/ 360759 h 6886576"/>
              <a:gd name="connsiteX13" fmla="*/ 793447 w 5511704"/>
              <a:gd name="connsiteY13" fmla="*/ 335757 h 6886576"/>
              <a:gd name="connsiteX14" fmla="*/ 773095 w 5511704"/>
              <a:gd name="connsiteY14" fmla="*/ 417910 h 6886576"/>
              <a:gd name="connsiteX15" fmla="*/ 834151 w 5511704"/>
              <a:gd name="connsiteY15" fmla="*/ 507206 h 6886576"/>
              <a:gd name="connsiteX16" fmla="*/ 996969 w 5511704"/>
              <a:gd name="connsiteY16" fmla="*/ 560785 h 6886576"/>
              <a:gd name="connsiteX17" fmla="*/ 822522 w 5511704"/>
              <a:gd name="connsiteY17" fmla="*/ 560785 h 6886576"/>
              <a:gd name="connsiteX18" fmla="*/ 621908 w 5511704"/>
              <a:gd name="connsiteY18" fmla="*/ 525066 h 6886576"/>
              <a:gd name="connsiteX19" fmla="*/ 409664 w 5511704"/>
              <a:gd name="connsiteY19" fmla="*/ 535781 h 6886576"/>
              <a:gd name="connsiteX20" fmla="*/ 209049 w 5511704"/>
              <a:gd name="connsiteY20" fmla="*/ 464344 h 6886576"/>
              <a:gd name="connsiteX21" fmla="*/ 5527 w 5511704"/>
              <a:gd name="connsiteY21" fmla="*/ 467916 h 6886576"/>
              <a:gd name="connsiteX22" fmla="*/ 906838 w 5511704"/>
              <a:gd name="connsiteY22" fmla="*/ 914400 h 6886576"/>
              <a:gd name="connsiteX23" fmla="*/ 863226 w 5511704"/>
              <a:gd name="connsiteY23" fmla="*/ 925116 h 6886576"/>
              <a:gd name="connsiteX24" fmla="*/ 805077 w 5511704"/>
              <a:gd name="connsiteY24" fmla="*/ 953691 h 6886576"/>
              <a:gd name="connsiteX25" fmla="*/ 848689 w 5511704"/>
              <a:gd name="connsiteY25" fmla="*/ 1010841 h 6886576"/>
              <a:gd name="connsiteX26" fmla="*/ 1084193 w 5511704"/>
              <a:gd name="connsiteY26" fmla="*/ 1117997 h 6886576"/>
              <a:gd name="connsiteX27" fmla="*/ 1142342 w 5511704"/>
              <a:gd name="connsiteY27" fmla="*/ 1225153 h 6886576"/>
              <a:gd name="connsiteX28" fmla="*/ 1069655 w 5511704"/>
              <a:gd name="connsiteY28" fmla="*/ 1214438 h 6886576"/>
              <a:gd name="connsiteX29" fmla="*/ 1005692 w 5511704"/>
              <a:gd name="connsiteY29" fmla="*/ 1235869 h 6886576"/>
              <a:gd name="connsiteX30" fmla="*/ 1031858 w 5511704"/>
              <a:gd name="connsiteY30" fmla="*/ 1371600 h 6886576"/>
              <a:gd name="connsiteX31" fmla="*/ 1366216 w 5511704"/>
              <a:gd name="connsiteY31" fmla="*/ 1546622 h 6886576"/>
              <a:gd name="connsiteX32" fmla="*/ 1395290 w 5511704"/>
              <a:gd name="connsiteY32" fmla="*/ 1603772 h 6886576"/>
              <a:gd name="connsiteX33" fmla="*/ 1354586 w 5511704"/>
              <a:gd name="connsiteY33" fmla="*/ 1643063 h 6886576"/>
              <a:gd name="connsiteX34" fmla="*/ 1247011 w 5511704"/>
              <a:gd name="connsiteY34" fmla="*/ 1664494 h 6886576"/>
              <a:gd name="connsiteX35" fmla="*/ 1398198 w 5511704"/>
              <a:gd name="connsiteY35" fmla="*/ 1857375 h 6886576"/>
              <a:gd name="connsiteX36" fmla="*/ 1453440 w 5511704"/>
              <a:gd name="connsiteY36" fmla="*/ 1910954 h 6886576"/>
              <a:gd name="connsiteX37" fmla="*/ 1549386 w 5511704"/>
              <a:gd name="connsiteY37" fmla="*/ 1993106 h 6886576"/>
              <a:gd name="connsiteX38" fmla="*/ 1549386 w 5511704"/>
              <a:gd name="connsiteY38" fmla="*/ 2021681 h 6886576"/>
              <a:gd name="connsiteX39" fmla="*/ 1421458 w 5511704"/>
              <a:gd name="connsiteY39" fmla="*/ 2110978 h 6886576"/>
              <a:gd name="connsiteX40" fmla="*/ 1188861 w 5511704"/>
              <a:gd name="connsiteY40" fmla="*/ 2085976 h 6886576"/>
              <a:gd name="connsiteX41" fmla="*/ 1531941 w 5511704"/>
              <a:gd name="connsiteY41" fmla="*/ 2218135 h 6886576"/>
              <a:gd name="connsiteX42" fmla="*/ 421293 w 5511704"/>
              <a:gd name="connsiteY42" fmla="*/ 1900238 h 6886576"/>
              <a:gd name="connsiteX43" fmla="*/ 491072 w 5511704"/>
              <a:gd name="connsiteY43" fmla="*/ 1982391 h 6886576"/>
              <a:gd name="connsiteX44" fmla="*/ 880671 w 5511704"/>
              <a:gd name="connsiteY44" fmla="*/ 2200276 h 6886576"/>
              <a:gd name="connsiteX45" fmla="*/ 991154 w 5511704"/>
              <a:gd name="connsiteY45" fmla="*/ 2336007 h 6886576"/>
              <a:gd name="connsiteX46" fmla="*/ 1107453 w 5511704"/>
              <a:gd name="connsiteY46" fmla="*/ 2411016 h 6886576"/>
              <a:gd name="connsiteX47" fmla="*/ 1270270 w 5511704"/>
              <a:gd name="connsiteY47" fmla="*/ 2411016 h 6886576"/>
              <a:gd name="connsiteX48" fmla="*/ 1386568 w 5511704"/>
              <a:gd name="connsiteY48" fmla="*/ 2528889 h 6886576"/>
              <a:gd name="connsiteX49" fmla="*/ 1267362 w 5511704"/>
              <a:gd name="connsiteY49" fmla="*/ 2553891 h 6886576"/>
              <a:gd name="connsiteX50" fmla="*/ 1127805 w 5511704"/>
              <a:gd name="connsiteY50" fmla="*/ 2536032 h 6886576"/>
              <a:gd name="connsiteX51" fmla="*/ 970802 w 5511704"/>
              <a:gd name="connsiteY51" fmla="*/ 2575322 h 6886576"/>
              <a:gd name="connsiteX52" fmla="*/ 825429 w 5511704"/>
              <a:gd name="connsiteY52" fmla="*/ 2543176 h 6886576"/>
              <a:gd name="connsiteX53" fmla="*/ 650982 w 5511704"/>
              <a:gd name="connsiteY53" fmla="*/ 2564607 h 6886576"/>
              <a:gd name="connsiteX54" fmla="*/ 595740 w 5511704"/>
              <a:gd name="connsiteY54" fmla="*/ 2703909 h 6886576"/>
              <a:gd name="connsiteX55" fmla="*/ 578296 w 5511704"/>
              <a:gd name="connsiteY55" fmla="*/ 2714626 h 6886576"/>
              <a:gd name="connsiteX56" fmla="*/ 255568 w 5511704"/>
              <a:gd name="connsiteY56" fmla="*/ 2936081 h 6886576"/>
              <a:gd name="connsiteX57" fmla="*/ 165437 w 5511704"/>
              <a:gd name="connsiteY57" fmla="*/ 2953941 h 6886576"/>
              <a:gd name="connsiteX58" fmla="*/ 697501 w 5511704"/>
              <a:gd name="connsiteY58" fmla="*/ 3343275 h 6886576"/>
              <a:gd name="connsiteX59" fmla="*/ 339884 w 5511704"/>
              <a:gd name="connsiteY59" fmla="*/ 3243263 h 6886576"/>
              <a:gd name="connsiteX60" fmla="*/ 290458 w 5511704"/>
              <a:gd name="connsiteY60" fmla="*/ 3407569 h 6886576"/>
              <a:gd name="connsiteX61" fmla="*/ 459090 w 5511704"/>
              <a:gd name="connsiteY61" fmla="*/ 3554016 h 6886576"/>
              <a:gd name="connsiteX62" fmla="*/ 520147 w 5511704"/>
              <a:gd name="connsiteY62" fmla="*/ 3843338 h 6886576"/>
              <a:gd name="connsiteX63" fmla="*/ 491072 w 5511704"/>
              <a:gd name="connsiteY63" fmla="*/ 4107657 h 6886576"/>
              <a:gd name="connsiteX64" fmla="*/ 418386 w 5511704"/>
              <a:gd name="connsiteY64" fmla="*/ 4189810 h 6886576"/>
              <a:gd name="connsiteX65" fmla="*/ 313718 w 5511704"/>
              <a:gd name="connsiteY65" fmla="*/ 4339829 h 6886576"/>
              <a:gd name="connsiteX66" fmla="*/ 249753 w 5511704"/>
              <a:gd name="connsiteY66" fmla="*/ 4432698 h 6886576"/>
              <a:gd name="connsiteX67" fmla="*/ 25879 w 5511704"/>
              <a:gd name="connsiteY67" fmla="*/ 4396979 h 6886576"/>
              <a:gd name="connsiteX68" fmla="*/ 325347 w 5511704"/>
              <a:gd name="connsiteY68" fmla="*/ 4632722 h 6886576"/>
              <a:gd name="connsiteX69" fmla="*/ 84029 w 5511704"/>
              <a:gd name="connsiteY69" fmla="*/ 4604147 h 6886576"/>
              <a:gd name="connsiteX70" fmla="*/ 5527 w 5511704"/>
              <a:gd name="connsiteY70" fmla="*/ 4622007 h 6886576"/>
              <a:gd name="connsiteX71" fmla="*/ 49139 w 5511704"/>
              <a:gd name="connsiteY71" fmla="*/ 4697016 h 6886576"/>
              <a:gd name="connsiteX72" fmla="*/ 226494 w 5511704"/>
              <a:gd name="connsiteY72" fmla="*/ 4825604 h 6886576"/>
              <a:gd name="connsiteX73" fmla="*/ 592833 w 5511704"/>
              <a:gd name="connsiteY73" fmla="*/ 5175647 h 6886576"/>
              <a:gd name="connsiteX74" fmla="*/ 238123 w 5511704"/>
              <a:gd name="connsiteY74" fmla="*/ 5014913 h 6886576"/>
              <a:gd name="connsiteX75" fmla="*/ 610278 w 5511704"/>
              <a:gd name="connsiteY75" fmla="*/ 5375673 h 6886576"/>
              <a:gd name="connsiteX76" fmla="*/ 691686 w 5511704"/>
              <a:gd name="connsiteY76" fmla="*/ 5497116 h 6886576"/>
              <a:gd name="connsiteX77" fmla="*/ 860319 w 5511704"/>
              <a:gd name="connsiteY77" fmla="*/ 5793582 h 6886576"/>
              <a:gd name="connsiteX78" fmla="*/ 851597 w 5511704"/>
              <a:gd name="connsiteY78" fmla="*/ 5825729 h 6886576"/>
              <a:gd name="connsiteX79" fmla="*/ 659704 w 5511704"/>
              <a:gd name="connsiteY79" fmla="*/ 5779295 h 6886576"/>
              <a:gd name="connsiteX80" fmla="*/ 909746 w 5511704"/>
              <a:gd name="connsiteY80" fmla="*/ 6029326 h 6886576"/>
              <a:gd name="connsiteX81" fmla="*/ 1168509 w 5511704"/>
              <a:gd name="connsiteY81" fmla="*/ 6222207 h 6886576"/>
              <a:gd name="connsiteX82" fmla="*/ 985339 w 5511704"/>
              <a:gd name="connsiteY82" fmla="*/ 6193632 h 6886576"/>
              <a:gd name="connsiteX83" fmla="*/ 732391 w 5511704"/>
              <a:gd name="connsiteY83" fmla="*/ 6082904 h 6886576"/>
              <a:gd name="connsiteX84" fmla="*/ 645167 w 5511704"/>
              <a:gd name="connsiteY84" fmla="*/ 6125766 h 6886576"/>
              <a:gd name="connsiteX85" fmla="*/ 883579 w 5511704"/>
              <a:gd name="connsiteY85" fmla="*/ 6307932 h 6886576"/>
              <a:gd name="connsiteX86" fmla="*/ 1020229 w 5511704"/>
              <a:gd name="connsiteY86" fmla="*/ 6393657 h 6886576"/>
              <a:gd name="connsiteX87" fmla="*/ 1075471 w 5511704"/>
              <a:gd name="connsiteY87" fmla="*/ 6457950 h 6886576"/>
              <a:gd name="connsiteX88" fmla="*/ 1232473 w 5511704"/>
              <a:gd name="connsiteY88" fmla="*/ 6686551 h 6886576"/>
              <a:gd name="connsiteX89" fmla="*/ 1592997 w 5511704"/>
              <a:gd name="connsiteY89" fmla="*/ 6886576 h 6886576"/>
              <a:gd name="connsiteX90" fmla="*/ 5511704 w 5511704"/>
              <a:gd name="connsiteY90" fmla="*/ 6886576 h 68865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</a:cxnLst>
            <a:rect l="l" t="t" r="r" b="b"/>
            <a:pathLst>
              <a:path w="5511704" h="6886576">
                <a:moveTo>
                  <a:pt x="5511704" y="0"/>
                </a:moveTo>
                <a:lnTo>
                  <a:pt x="1008599" y="0"/>
                </a:lnTo>
                <a:cubicBezTo>
                  <a:pt x="1110360" y="35719"/>
                  <a:pt x="1209214" y="78581"/>
                  <a:pt x="1310975" y="110728"/>
                </a:cubicBezTo>
                <a:cubicBezTo>
                  <a:pt x="1296437" y="146447"/>
                  <a:pt x="1281900" y="139303"/>
                  <a:pt x="1267362" y="135731"/>
                </a:cubicBezTo>
                <a:cubicBezTo>
                  <a:pt x="1180139" y="121445"/>
                  <a:pt x="1090008" y="110728"/>
                  <a:pt x="1005692" y="71437"/>
                </a:cubicBezTo>
                <a:cubicBezTo>
                  <a:pt x="985339" y="64294"/>
                  <a:pt x="962080" y="64294"/>
                  <a:pt x="953358" y="89297"/>
                </a:cubicBezTo>
                <a:cubicBezTo>
                  <a:pt x="938820" y="125016"/>
                  <a:pt x="959172" y="146447"/>
                  <a:pt x="979525" y="164307"/>
                </a:cubicBezTo>
                <a:cubicBezTo>
                  <a:pt x="1014414" y="196453"/>
                  <a:pt x="1055118" y="189310"/>
                  <a:pt x="1092915" y="192882"/>
                </a:cubicBezTo>
                <a:cubicBezTo>
                  <a:pt x="1197583" y="210741"/>
                  <a:pt x="1247011" y="260747"/>
                  <a:pt x="1270270" y="375047"/>
                </a:cubicBezTo>
                <a:cubicBezTo>
                  <a:pt x="1180139" y="328613"/>
                  <a:pt x="1090008" y="385763"/>
                  <a:pt x="1002784" y="353615"/>
                </a:cubicBezTo>
                <a:cubicBezTo>
                  <a:pt x="979525" y="346472"/>
                  <a:pt x="944635" y="357188"/>
                  <a:pt x="956265" y="396479"/>
                </a:cubicBezTo>
                <a:cubicBezTo>
                  <a:pt x="967894" y="432198"/>
                  <a:pt x="1005692" y="460772"/>
                  <a:pt x="938820" y="453629"/>
                </a:cubicBezTo>
                <a:cubicBezTo>
                  <a:pt x="889393" y="450056"/>
                  <a:pt x="874856" y="407194"/>
                  <a:pt x="860319" y="360759"/>
                </a:cubicBezTo>
                <a:cubicBezTo>
                  <a:pt x="848689" y="335757"/>
                  <a:pt x="816707" y="321469"/>
                  <a:pt x="793447" y="335757"/>
                </a:cubicBezTo>
                <a:cubicBezTo>
                  <a:pt x="764373" y="350044"/>
                  <a:pt x="773095" y="389335"/>
                  <a:pt x="773095" y="417910"/>
                </a:cubicBezTo>
                <a:cubicBezTo>
                  <a:pt x="770187" y="471488"/>
                  <a:pt x="793447" y="496491"/>
                  <a:pt x="834151" y="507206"/>
                </a:cubicBezTo>
                <a:cubicBezTo>
                  <a:pt x="883579" y="521494"/>
                  <a:pt x="933005" y="539354"/>
                  <a:pt x="996969" y="560785"/>
                </a:cubicBezTo>
                <a:cubicBezTo>
                  <a:pt x="927190" y="596503"/>
                  <a:pt x="874856" y="589360"/>
                  <a:pt x="822522" y="560785"/>
                </a:cubicBezTo>
                <a:cubicBezTo>
                  <a:pt x="758558" y="528637"/>
                  <a:pt x="674242" y="485775"/>
                  <a:pt x="621908" y="525066"/>
                </a:cubicBezTo>
                <a:cubicBezTo>
                  <a:pt x="543407" y="582216"/>
                  <a:pt x="479443" y="546497"/>
                  <a:pt x="409664" y="535781"/>
                </a:cubicBezTo>
                <a:cubicBezTo>
                  <a:pt x="264290" y="514350"/>
                  <a:pt x="354422" y="482204"/>
                  <a:pt x="209049" y="464344"/>
                </a:cubicBezTo>
                <a:cubicBezTo>
                  <a:pt x="150900" y="457200"/>
                  <a:pt x="89843" y="428625"/>
                  <a:pt x="5527" y="467916"/>
                </a:cubicBezTo>
                <a:cubicBezTo>
                  <a:pt x="386404" y="675085"/>
                  <a:pt x="566666" y="660797"/>
                  <a:pt x="906838" y="914400"/>
                </a:cubicBezTo>
                <a:cubicBezTo>
                  <a:pt x="892301" y="939404"/>
                  <a:pt x="877764" y="928688"/>
                  <a:pt x="863226" y="925116"/>
                </a:cubicBezTo>
                <a:cubicBezTo>
                  <a:pt x="839967" y="921544"/>
                  <a:pt x="810892" y="907256"/>
                  <a:pt x="805077" y="953691"/>
                </a:cubicBezTo>
                <a:cubicBezTo>
                  <a:pt x="802169" y="989410"/>
                  <a:pt x="819615" y="1007269"/>
                  <a:pt x="848689" y="1010841"/>
                </a:cubicBezTo>
                <a:cubicBezTo>
                  <a:pt x="933005" y="1025129"/>
                  <a:pt x="1008599" y="1075135"/>
                  <a:pt x="1084193" y="1117997"/>
                </a:cubicBezTo>
                <a:cubicBezTo>
                  <a:pt x="1119082" y="1135857"/>
                  <a:pt x="1156879" y="1160860"/>
                  <a:pt x="1142342" y="1225153"/>
                </a:cubicBezTo>
                <a:cubicBezTo>
                  <a:pt x="1113268" y="1243013"/>
                  <a:pt x="1092915" y="1218009"/>
                  <a:pt x="1069655" y="1214438"/>
                </a:cubicBezTo>
                <a:cubicBezTo>
                  <a:pt x="1046396" y="1210866"/>
                  <a:pt x="991154" y="1225153"/>
                  <a:pt x="1005692" y="1235869"/>
                </a:cubicBezTo>
                <a:cubicBezTo>
                  <a:pt x="1072563" y="1275159"/>
                  <a:pt x="950450" y="1371600"/>
                  <a:pt x="1031858" y="1371600"/>
                </a:cubicBezTo>
                <a:cubicBezTo>
                  <a:pt x="1165601" y="1371600"/>
                  <a:pt x="1238288" y="1543050"/>
                  <a:pt x="1366216" y="1546622"/>
                </a:cubicBezTo>
                <a:cubicBezTo>
                  <a:pt x="1386568" y="1546622"/>
                  <a:pt x="1395290" y="1578770"/>
                  <a:pt x="1395290" y="1603772"/>
                </a:cubicBezTo>
                <a:cubicBezTo>
                  <a:pt x="1395290" y="1635920"/>
                  <a:pt x="1374939" y="1639491"/>
                  <a:pt x="1354586" y="1643063"/>
                </a:cubicBezTo>
                <a:cubicBezTo>
                  <a:pt x="1322604" y="1646635"/>
                  <a:pt x="1287715" y="1603772"/>
                  <a:pt x="1247011" y="1664494"/>
                </a:cubicBezTo>
                <a:cubicBezTo>
                  <a:pt x="1322604" y="1700213"/>
                  <a:pt x="1401105" y="1735932"/>
                  <a:pt x="1398198" y="1857375"/>
                </a:cubicBezTo>
                <a:cubicBezTo>
                  <a:pt x="1398198" y="1889523"/>
                  <a:pt x="1430180" y="1903810"/>
                  <a:pt x="1453440" y="1910954"/>
                </a:cubicBezTo>
                <a:cubicBezTo>
                  <a:pt x="1494144" y="1925241"/>
                  <a:pt x="1526126" y="1946673"/>
                  <a:pt x="1549386" y="1993106"/>
                </a:cubicBezTo>
                <a:cubicBezTo>
                  <a:pt x="1549386" y="2003822"/>
                  <a:pt x="1549386" y="2010966"/>
                  <a:pt x="1549386" y="2021681"/>
                </a:cubicBezTo>
                <a:cubicBezTo>
                  <a:pt x="1543571" y="2132410"/>
                  <a:pt x="1485422" y="2128838"/>
                  <a:pt x="1421458" y="2110978"/>
                </a:cubicBezTo>
                <a:cubicBezTo>
                  <a:pt x="1345864" y="2089547"/>
                  <a:pt x="1270270" y="2046685"/>
                  <a:pt x="1188861" y="2085976"/>
                </a:cubicBezTo>
                <a:cubicBezTo>
                  <a:pt x="1302252" y="2139554"/>
                  <a:pt x="1427272" y="2143126"/>
                  <a:pt x="1531941" y="2218135"/>
                </a:cubicBezTo>
                <a:cubicBezTo>
                  <a:pt x="1142342" y="2232422"/>
                  <a:pt x="799262" y="1993106"/>
                  <a:pt x="421293" y="1900238"/>
                </a:cubicBezTo>
                <a:cubicBezTo>
                  <a:pt x="432923" y="1960960"/>
                  <a:pt x="464905" y="1975247"/>
                  <a:pt x="491072" y="1982391"/>
                </a:cubicBezTo>
                <a:cubicBezTo>
                  <a:pt x="630630" y="2028825"/>
                  <a:pt x="752743" y="2121695"/>
                  <a:pt x="880671" y="2200276"/>
                </a:cubicBezTo>
                <a:cubicBezTo>
                  <a:pt x="933005" y="2232422"/>
                  <a:pt x="970802" y="2268142"/>
                  <a:pt x="991154" y="2336007"/>
                </a:cubicBezTo>
                <a:cubicBezTo>
                  <a:pt x="1008599" y="2400300"/>
                  <a:pt x="1043489" y="2428875"/>
                  <a:pt x="1107453" y="2411016"/>
                </a:cubicBezTo>
                <a:cubicBezTo>
                  <a:pt x="1159787" y="2396729"/>
                  <a:pt x="1215029" y="2403873"/>
                  <a:pt x="1270270" y="2411016"/>
                </a:cubicBezTo>
                <a:cubicBezTo>
                  <a:pt x="1331326" y="2418160"/>
                  <a:pt x="1401105" y="2489597"/>
                  <a:pt x="1386568" y="2528889"/>
                </a:cubicBezTo>
                <a:cubicBezTo>
                  <a:pt x="1357494" y="2593182"/>
                  <a:pt x="1308067" y="2561035"/>
                  <a:pt x="1267362" y="2553891"/>
                </a:cubicBezTo>
                <a:cubicBezTo>
                  <a:pt x="1217936" y="2546748"/>
                  <a:pt x="1127805" y="2528889"/>
                  <a:pt x="1127805" y="2536032"/>
                </a:cubicBezTo>
                <a:cubicBezTo>
                  <a:pt x="1095822" y="2696766"/>
                  <a:pt x="1023136" y="2575322"/>
                  <a:pt x="970802" y="2575322"/>
                </a:cubicBezTo>
                <a:cubicBezTo>
                  <a:pt x="921375" y="2575322"/>
                  <a:pt x="871949" y="2557463"/>
                  <a:pt x="825429" y="2543176"/>
                </a:cubicBezTo>
                <a:cubicBezTo>
                  <a:pt x="764373" y="2525316"/>
                  <a:pt x="709132" y="2557463"/>
                  <a:pt x="650982" y="2564607"/>
                </a:cubicBezTo>
                <a:cubicBezTo>
                  <a:pt x="598648" y="2571751"/>
                  <a:pt x="627722" y="2664620"/>
                  <a:pt x="595740" y="2703909"/>
                </a:cubicBezTo>
                <a:cubicBezTo>
                  <a:pt x="589926" y="2714626"/>
                  <a:pt x="584111" y="2714626"/>
                  <a:pt x="578296" y="2714626"/>
                </a:cubicBezTo>
                <a:cubicBezTo>
                  <a:pt x="560851" y="2993232"/>
                  <a:pt x="255568" y="2925366"/>
                  <a:pt x="255568" y="2936081"/>
                </a:cubicBezTo>
                <a:cubicBezTo>
                  <a:pt x="229401" y="2953941"/>
                  <a:pt x="197419" y="2911079"/>
                  <a:pt x="165437" y="2953941"/>
                </a:cubicBezTo>
                <a:cubicBezTo>
                  <a:pt x="302087" y="3150394"/>
                  <a:pt x="511425" y="3196828"/>
                  <a:pt x="697501" y="3343275"/>
                </a:cubicBezTo>
                <a:cubicBezTo>
                  <a:pt x="543407" y="3393282"/>
                  <a:pt x="453275" y="3221832"/>
                  <a:pt x="339884" y="3243263"/>
                </a:cubicBezTo>
                <a:cubicBezTo>
                  <a:pt x="284643" y="3296842"/>
                  <a:pt x="450368" y="3382566"/>
                  <a:pt x="290458" y="3407569"/>
                </a:cubicBezTo>
                <a:cubicBezTo>
                  <a:pt x="360236" y="3454004"/>
                  <a:pt x="409664" y="3500439"/>
                  <a:pt x="459090" y="3554016"/>
                </a:cubicBezTo>
                <a:cubicBezTo>
                  <a:pt x="543407" y="3650457"/>
                  <a:pt x="560851" y="3714751"/>
                  <a:pt x="520147" y="3843338"/>
                </a:cubicBezTo>
                <a:cubicBezTo>
                  <a:pt x="493979" y="3929063"/>
                  <a:pt x="456183" y="4007645"/>
                  <a:pt x="491072" y="4107657"/>
                </a:cubicBezTo>
                <a:cubicBezTo>
                  <a:pt x="514332" y="4175522"/>
                  <a:pt x="505609" y="4221957"/>
                  <a:pt x="418386" y="4189810"/>
                </a:cubicBezTo>
                <a:cubicBezTo>
                  <a:pt x="325347" y="4157663"/>
                  <a:pt x="290458" y="4218386"/>
                  <a:pt x="313718" y="4339829"/>
                </a:cubicBezTo>
                <a:cubicBezTo>
                  <a:pt x="328254" y="4418410"/>
                  <a:pt x="313718" y="4443413"/>
                  <a:pt x="249753" y="4432698"/>
                </a:cubicBezTo>
                <a:cubicBezTo>
                  <a:pt x="179975" y="4421982"/>
                  <a:pt x="113103" y="4371976"/>
                  <a:pt x="25879" y="4396979"/>
                </a:cubicBezTo>
                <a:cubicBezTo>
                  <a:pt x="95658" y="4539854"/>
                  <a:pt x="243939" y="4496991"/>
                  <a:pt x="325347" y="4632722"/>
                </a:cubicBezTo>
                <a:cubicBezTo>
                  <a:pt x="229401" y="4632722"/>
                  <a:pt x="153807" y="4632722"/>
                  <a:pt x="84029" y="4604147"/>
                </a:cubicBezTo>
                <a:cubicBezTo>
                  <a:pt x="54954" y="4593433"/>
                  <a:pt x="22972" y="4579145"/>
                  <a:pt x="5527" y="4622007"/>
                </a:cubicBezTo>
                <a:cubicBezTo>
                  <a:pt x="-14826" y="4672014"/>
                  <a:pt x="25879" y="4689872"/>
                  <a:pt x="49139" y="4697016"/>
                </a:cubicBezTo>
                <a:cubicBezTo>
                  <a:pt x="116011" y="4722019"/>
                  <a:pt x="168344" y="4779170"/>
                  <a:pt x="226494" y="4825604"/>
                </a:cubicBezTo>
                <a:cubicBezTo>
                  <a:pt x="351514" y="4925616"/>
                  <a:pt x="488165" y="5011341"/>
                  <a:pt x="592833" y="5175647"/>
                </a:cubicBezTo>
                <a:cubicBezTo>
                  <a:pt x="461997" y="5132785"/>
                  <a:pt x="363144" y="5032772"/>
                  <a:pt x="238123" y="5014913"/>
                </a:cubicBezTo>
                <a:cubicBezTo>
                  <a:pt x="345700" y="5164932"/>
                  <a:pt x="482350" y="5264944"/>
                  <a:pt x="610278" y="5375673"/>
                </a:cubicBezTo>
                <a:cubicBezTo>
                  <a:pt x="648075" y="5407819"/>
                  <a:pt x="685872" y="5429250"/>
                  <a:pt x="691686" y="5497116"/>
                </a:cubicBezTo>
                <a:cubicBezTo>
                  <a:pt x="709132" y="5629276"/>
                  <a:pt x="755650" y="5736432"/>
                  <a:pt x="860319" y="5793582"/>
                </a:cubicBezTo>
                <a:cubicBezTo>
                  <a:pt x="860319" y="5793582"/>
                  <a:pt x="854504" y="5815013"/>
                  <a:pt x="851597" y="5825729"/>
                </a:cubicBezTo>
                <a:cubicBezTo>
                  <a:pt x="787632" y="5829301"/>
                  <a:pt x="738206" y="5750720"/>
                  <a:pt x="659704" y="5779295"/>
                </a:cubicBezTo>
                <a:cubicBezTo>
                  <a:pt x="738206" y="5886451"/>
                  <a:pt x="802169" y="5979319"/>
                  <a:pt x="909746" y="6029326"/>
                </a:cubicBezTo>
                <a:cubicBezTo>
                  <a:pt x="996969" y="6068616"/>
                  <a:pt x="1104545" y="6093620"/>
                  <a:pt x="1168509" y="6222207"/>
                </a:cubicBezTo>
                <a:cubicBezTo>
                  <a:pt x="1095822" y="6247210"/>
                  <a:pt x="1040581" y="6215063"/>
                  <a:pt x="985339" y="6193632"/>
                </a:cubicBezTo>
                <a:cubicBezTo>
                  <a:pt x="901023" y="6157913"/>
                  <a:pt x="816707" y="6118623"/>
                  <a:pt x="732391" y="6082904"/>
                </a:cubicBezTo>
                <a:cubicBezTo>
                  <a:pt x="700408" y="6068616"/>
                  <a:pt x="665519" y="6061472"/>
                  <a:pt x="645167" y="6125766"/>
                </a:cubicBezTo>
                <a:cubicBezTo>
                  <a:pt x="752743" y="6140053"/>
                  <a:pt x="816707" y="6225779"/>
                  <a:pt x="883579" y="6307932"/>
                </a:cubicBezTo>
                <a:cubicBezTo>
                  <a:pt x="921375" y="6354366"/>
                  <a:pt x="953358" y="6415088"/>
                  <a:pt x="1020229" y="6393657"/>
                </a:cubicBezTo>
                <a:cubicBezTo>
                  <a:pt x="1055118" y="6382942"/>
                  <a:pt x="1078378" y="6415088"/>
                  <a:pt x="1075471" y="6457950"/>
                </a:cubicBezTo>
                <a:cubicBezTo>
                  <a:pt x="1060933" y="6607970"/>
                  <a:pt x="1145250" y="6657976"/>
                  <a:pt x="1232473" y="6686551"/>
                </a:cubicBezTo>
                <a:cubicBezTo>
                  <a:pt x="1360401" y="6729413"/>
                  <a:pt x="1473792" y="6815138"/>
                  <a:pt x="1592997" y="6886576"/>
                </a:cubicBezTo>
                <a:lnTo>
                  <a:pt x="5511704" y="6886576"/>
                </a:lnTo>
                <a:close/>
              </a:path>
            </a:pathLst>
          </a:custGeom>
          <a:solidFill>
            <a:schemeClr val="bg2">
              <a:alpha val="50000"/>
            </a:schemeClr>
          </a:solidFill>
          <a:ln w="32707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60F73E25-2415-85AB-E281-8626C3BD87E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713312"/>
            <a:ext cx="4038600" cy="543137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l"/>
            <a:r>
              <a:rPr kumimoji="1" lang="en-US" altLang="ja-JP" sz="44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25007 </a:t>
            </a:r>
            <a:r>
              <a:rPr kumimoji="1" lang="ja-JP" altLang="en-US" sz="44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大平凜音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645FD3A0-D613-B076-E8CD-5DA711098A0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354876" y="222246"/>
            <a:ext cx="6781800" cy="543137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indent="-228600" algn="l">
              <a:buFont typeface="Arial" panose="020B0604020202020204" pitchFamily="34" charset="0"/>
              <a:buChar char="•"/>
            </a:pPr>
            <a:endParaRPr lang="en-US" altLang="ja-JP" sz="3200" dirty="0"/>
          </a:p>
          <a:p>
            <a:pPr indent="-228600" algn="l">
              <a:buFont typeface="Arial" panose="020B0604020202020204" pitchFamily="34" charset="0"/>
              <a:buChar char="•"/>
            </a:pPr>
            <a:endParaRPr kumimoji="1" lang="en-US" altLang="ja-JP" sz="3200" dirty="0"/>
          </a:p>
          <a:p>
            <a:pPr indent="-228600" algn="l">
              <a:buFont typeface="Arial" panose="020B0604020202020204" pitchFamily="34" charset="0"/>
              <a:buChar char="•"/>
            </a:pPr>
            <a:r>
              <a:rPr kumimoji="1" lang="ja-JP" altLang="en-US" sz="3200" dirty="0"/>
              <a:t>１つ目</a:t>
            </a:r>
            <a:r>
              <a:rPr kumimoji="1" lang="en-US" altLang="ja-JP" sz="3200" dirty="0"/>
              <a:t>	</a:t>
            </a:r>
            <a:r>
              <a:rPr kumimoji="1" lang="ja-JP" altLang="en-US" sz="3200" b="1" dirty="0"/>
              <a:t>福岡県の夜景紹介</a:t>
            </a:r>
            <a:endParaRPr kumimoji="1" lang="en-US" altLang="ja-JP" sz="3200" b="1" dirty="0"/>
          </a:p>
          <a:p>
            <a:pPr indent="-228600" algn="l">
              <a:buFont typeface="Arial" panose="020B0604020202020204" pitchFamily="34" charset="0"/>
              <a:buChar char="•"/>
            </a:pPr>
            <a:endParaRPr kumimoji="1" lang="en-US" altLang="ja-JP" sz="3200" dirty="0"/>
          </a:p>
          <a:p>
            <a:pPr indent="-228600" algn="l">
              <a:buFont typeface="Arial" panose="020B0604020202020204" pitchFamily="34" charset="0"/>
              <a:buChar char="•"/>
            </a:pPr>
            <a:r>
              <a:rPr lang="ja-JP" altLang="en-US" sz="3200" dirty="0"/>
              <a:t>２つ目</a:t>
            </a:r>
            <a:r>
              <a:rPr lang="en-US" altLang="ja-JP" sz="3200" dirty="0"/>
              <a:t>	</a:t>
            </a:r>
            <a:r>
              <a:rPr lang="en-US" altLang="ja-JP" sz="3200" b="1" dirty="0"/>
              <a:t>13</a:t>
            </a:r>
            <a:r>
              <a:rPr lang="ja-JP" altLang="en-US" sz="3200" b="1" dirty="0"/>
              <a:t>キロやせた方法！！</a:t>
            </a:r>
            <a:endParaRPr kumimoji="1" lang="en-US" altLang="ja-JP" sz="3200" b="1" dirty="0"/>
          </a:p>
        </p:txBody>
      </p:sp>
    </p:spTree>
    <p:extLst>
      <p:ext uri="{BB962C8B-B14F-4D97-AF65-F5344CB8AC3E}">
        <p14:creationId xmlns:p14="http://schemas.microsoft.com/office/powerpoint/2010/main" val="370968810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3" name="Rectangle 8">
            <a:extLst>
              <a:ext uri="{FF2B5EF4-FFF2-40B4-BE49-F238E27FC236}">
                <a16:creationId xmlns:a16="http://schemas.microsoft.com/office/drawing/2014/main" id="{98DED6BC-9A3E-48D4-AD7C-A56D63F547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0">
            <a:extLst>
              <a:ext uri="{FF2B5EF4-FFF2-40B4-BE49-F238E27FC236}">
                <a16:creationId xmlns:a16="http://schemas.microsoft.com/office/drawing/2014/main" id="{6B6E033A-DB2E-49B8-B600-B38E0C2802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73235" y="1371600"/>
            <a:ext cx="4529312" cy="3589977"/>
          </a:xfrm>
          <a:custGeom>
            <a:avLst/>
            <a:gdLst>
              <a:gd name="connsiteX0" fmla="*/ 5462602 w 5470628"/>
              <a:gd name="connsiteY0" fmla="*/ 1413608 h 3193741"/>
              <a:gd name="connsiteX1" fmla="*/ 5465724 w 5470628"/>
              <a:gd name="connsiteY1" fmla="*/ 1421881 h 3193741"/>
              <a:gd name="connsiteX2" fmla="*/ 5465025 w 5470628"/>
              <a:gd name="connsiteY2" fmla="*/ 1466556 h 3193741"/>
              <a:gd name="connsiteX3" fmla="*/ 5463208 w 5470628"/>
              <a:gd name="connsiteY3" fmla="*/ 1466226 h 3193741"/>
              <a:gd name="connsiteX4" fmla="*/ 5463242 w 5470628"/>
              <a:gd name="connsiteY4" fmla="*/ 1451866 h 3193741"/>
              <a:gd name="connsiteX5" fmla="*/ 5462894 w 5470628"/>
              <a:gd name="connsiteY5" fmla="*/ 1423194 h 3193741"/>
              <a:gd name="connsiteX6" fmla="*/ 5461417 w 5470628"/>
              <a:gd name="connsiteY6" fmla="*/ 1391849 h 3193741"/>
              <a:gd name="connsiteX7" fmla="*/ 5462246 w 5470628"/>
              <a:gd name="connsiteY7" fmla="*/ 1401944 h 3193741"/>
              <a:gd name="connsiteX8" fmla="*/ 5462602 w 5470628"/>
              <a:gd name="connsiteY8" fmla="*/ 1413608 h 3193741"/>
              <a:gd name="connsiteX9" fmla="*/ 5459078 w 5470628"/>
              <a:gd name="connsiteY9" fmla="*/ 1404268 h 3193741"/>
              <a:gd name="connsiteX10" fmla="*/ 5460137 w 5470628"/>
              <a:gd name="connsiteY10" fmla="*/ 1393780 h 3193741"/>
              <a:gd name="connsiteX11" fmla="*/ 5461417 w 5470628"/>
              <a:gd name="connsiteY11" fmla="*/ 1391849 h 3193741"/>
              <a:gd name="connsiteX12" fmla="*/ 614271 w 5470628"/>
              <a:gd name="connsiteY12" fmla="*/ 1052206 h 3193741"/>
              <a:gd name="connsiteX13" fmla="*/ 611497 w 5470628"/>
              <a:gd name="connsiteY13" fmla="*/ 1055389 h 3193741"/>
              <a:gd name="connsiteX14" fmla="*/ 630277 w 5470628"/>
              <a:gd name="connsiteY14" fmla="*/ 1065215 h 3193741"/>
              <a:gd name="connsiteX15" fmla="*/ 651856 w 5470628"/>
              <a:gd name="connsiteY15" fmla="*/ 1067584 h 3193741"/>
              <a:gd name="connsiteX16" fmla="*/ 614271 w 5470628"/>
              <a:gd name="connsiteY16" fmla="*/ 1052206 h 3193741"/>
              <a:gd name="connsiteX17" fmla="*/ 810628 w 5470628"/>
              <a:gd name="connsiteY17" fmla="*/ 695550 h 3193741"/>
              <a:gd name="connsiteX18" fmla="*/ 1033084 w 5470628"/>
              <a:gd name="connsiteY18" fmla="*/ 791270 h 3193741"/>
              <a:gd name="connsiteX19" fmla="*/ 1036153 w 5470628"/>
              <a:gd name="connsiteY19" fmla="*/ 788050 h 3193741"/>
              <a:gd name="connsiteX20" fmla="*/ 810628 w 5470628"/>
              <a:gd name="connsiteY20" fmla="*/ 695550 h 3193741"/>
              <a:gd name="connsiteX21" fmla="*/ 4850908 w 5470628"/>
              <a:gd name="connsiteY21" fmla="*/ 727 h 3193741"/>
              <a:gd name="connsiteX22" fmla="*/ 4858584 w 5470628"/>
              <a:gd name="connsiteY22" fmla="*/ 13795 h 3193741"/>
              <a:gd name="connsiteX23" fmla="*/ 4843408 w 5470628"/>
              <a:gd name="connsiteY23" fmla="*/ 37224 h 3193741"/>
              <a:gd name="connsiteX24" fmla="*/ 4871062 w 5470628"/>
              <a:gd name="connsiteY24" fmla="*/ 78954 h 3193741"/>
              <a:gd name="connsiteX25" fmla="*/ 4989038 w 5470628"/>
              <a:gd name="connsiteY25" fmla="*/ 66799 h 3193741"/>
              <a:gd name="connsiteX26" fmla="*/ 5002636 w 5470628"/>
              <a:gd name="connsiteY26" fmla="*/ 79388 h 3193741"/>
              <a:gd name="connsiteX27" fmla="*/ 5008332 w 5470628"/>
              <a:gd name="connsiteY27" fmla="*/ 140859 h 3193741"/>
              <a:gd name="connsiteX28" fmla="*/ 5014326 w 5470628"/>
              <a:gd name="connsiteY28" fmla="*/ 155555 h 3193741"/>
              <a:gd name="connsiteX29" fmla="*/ 5030704 w 5470628"/>
              <a:gd name="connsiteY29" fmla="*/ 221190 h 3193741"/>
              <a:gd name="connsiteX30" fmla="*/ 5097262 w 5470628"/>
              <a:gd name="connsiteY30" fmla="*/ 317759 h 3193741"/>
              <a:gd name="connsiteX31" fmla="*/ 5165084 w 5470628"/>
              <a:gd name="connsiteY31" fmla="*/ 373367 h 3193741"/>
              <a:gd name="connsiteX32" fmla="*/ 5174137 w 5470628"/>
              <a:gd name="connsiteY32" fmla="*/ 389353 h 3193741"/>
              <a:gd name="connsiteX33" fmla="*/ 5192507 w 5470628"/>
              <a:gd name="connsiteY33" fmla="*/ 453561 h 3193741"/>
              <a:gd name="connsiteX34" fmla="*/ 5187160 w 5470628"/>
              <a:gd name="connsiteY34" fmla="*/ 467732 h 3193741"/>
              <a:gd name="connsiteX35" fmla="*/ 5160106 w 5470628"/>
              <a:gd name="connsiteY35" fmla="*/ 486904 h 3193741"/>
              <a:gd name="connsiteX36" fmla="*/ 5138948 w 5470628"/>
              <a:gd name="connsiteY36" fmla="*/ 528614 h 3193741"/>
              <a:gd name="connsiteX37" fmla="*/ 5097016 w 5470628"/>
              <a:gd name="connsiteY37" fmla="*/ 589923 h 3193741"/>
              <a:gd name="connsiteX38" fmla="*/ 5075869 w 5470628"/>
              <a:gd name="connsiteY38" fmla="*/ 608381 h 3193741"/>
              <a:gd name="connsiteX39" fmla="*/ 5093172 w 5470628"/>
              <a:gd name="connsiteY39" fmla="*/ 618385 h 3193741"/>
              <a:gd name="connsiteX40" fmla="*/ 5153518 w 5470628"/>
              <a:gd name="connsiteY40" fmla="*/ 687474 h 3193741"/>
              <a:gd name="connsiteX41" fmla="*/ 5074984 w 5470628"/>
              <a:gd name="connsiteY41" fmla="*/ 776941 h 3193741"/>
              <a:gd name="connsiteX42" fmla="*/ 5033348 w 5470628"/>
              <a:gd name="connsiteY42" fmla="*/ 805473 h 3193741"/>
              <a:gd name="connsiteX43" fmla="*/ 5116847 w 5470628"/>
              <a:gd name="connsiteY43" fmla="*/ 803426 h 3193741"/>
              <a:gd name="connsiteX44" fmla="*/ 5147902 w 5470628"/>
              <a:gd name="connsiteY44" fmla="*/ 833118 h 3193741"/>
              <a:gd name="connsiteX45" fmla="*/ 5161665 w 5470628"/>
              <a:gd name="connsiteY45" fmla="*/ 848297 h 3193741"/>
              <a:gd name="connsiteX46" fmla="*/ 5246520 w 5470628"/>
              <a:gd name="connsiteY46" fmla="*/ 942412 h 3193741"/>
              <a:gd name="connsiteX47" fmla="*/ 5235368 w 5470628"/>
              <a:gd name="connsiteY47" fmla="*/ 972946 h 3193741"/>
              <a:gd name="connsiteX48" fmla="*/ 5113739 w 5470628"/>
              <a:gd name="connsiteY48" fmla="*/ 1128845 h 3193741"/>
              <a:gd name="connsiteX49" fmla="*/ 5255034 w 5470628"/>
              <a:gd name="connsiteY49" fmla="*/ 1151117 h 3193741"/>
              <a:gd name="connsiteX50" fmla="*/ 5267513 w 5470628"/>
              <a:gd name="connsiteY50" fmla="*/ 1216275 h 3193741"/>
              <a:gd name="connsiteX51" fmla="*/ 5343113 w 5470628"/>
              <a:gd name="connsiteY51" fmla="*/ 1281854 h 3193741"/>
              <a:gd name="connsiteX52" fmla="*/ 5452014 w 5470628"/>
              <a:gd name="connsiteY52" fmla="*/ 1385543 h 3193741"/>
              <a:gd name="connsiteX53" fmla="*/ 5459078 w 5470628"/>
              <a:gd name="connsiteY53" fmla="*/ 1404268 h 3193741"/>
              <a:gd name="connsiteX54" fmla="*/ 5458838 w 5470628"/>
              <a:gd name="connsiteY54" fmla="*/ 1406644 h 3193741"/>
              <a:gd name="connsiteX55" fmla="*/ 5455752 w 5470628"/>
              <a:gd name="connsiteY55" fmla="*/ 1450751 h 3193741"/>
              <a:gd name="connsiteX56" fmla="*/ 5454594 w 5470628"/>
              <a:gd name="connsiteY56" fmla="*/ 1464662 h 3193741"/>
              <a:gd name="connsiteX57" fmla="*/ 5447215 w 5470628"/>
              <a:gd name="connsiteY57" fmla="*/ 1463321 h 3193741"/>
              <a:gd name="connsiteX58" fmla="*/ 5433934 w 5470628"/>
              <a:gd name="connsiteY58" fmla="*/ 1458428 h 3193741"/>
              <a:gd name="connsiteX59" fmla="*/ 5424276 w 5470628"/>
              <a:gd name="connsiteY59" fmla="*/ 1477014 h 3193741"/>
              <a:gd name="connsiteX60" fmla="*/ 5444628 w 5470628"/>
              <a:gd name="connsiteY60" fmla="*/ 1511562 h 3193741"/>
              <a:gd name="connsiteX61" fmla="*/ 5453752 w 5470628"/>
              <a:gd name="connsiteY61" fmla="*/ 1474786 h 3193741"/>
              <a:gd name="connsiteX62" fmla="*/ 5454594 w 5470628"/>
              <a:gd name="connsiteY62" fmla="*/ 1464662 h 3193741"/>
              <a:gd name="connsiteX63" fmla="*/ 5463208 w 5470628"/>
              <a:gd name="connsiteY63" fmla="*/ 1466226 h 3193741"/>
              <a:gd name="connsiteX64" fmla="*/ 5463164 w 5470628"/>
              <a:gd name="connsiteY64" fmla="*/ 1484226 h 3193741"/>
              <a:gd name="connsiteX65" fmla="*/ 5456160 w 5470628"/>
              <a:gd name="connsiteY65" fmla="*/ 1575885 h 3193741"/>
              <a:gd name="connsiteX66" fmla="*/ 5345636 w 5470628"/>
              <a:gd name="connsiteY66" fmla="*/ 1714543 h 3193741"/>
              <a:gd name="connsiteX67" fmla="*/ 5251319 w 5470628"/>
              <a:gd name="connsiteY67" fmla="*/ 1775792 h 3193741"/>
              <a:gd name="connsiteX68" fmla="*/ 5043512 w 5470628"/>
              <a:gd name="connsiteY68" fmla="*/ 2027305 h 3193741"/>
              <a:gd name="connsiteX69" fmla="*/ 4978144 w 5470628"/>
              <a:gd name="connsiteY69" fmla="*/ 2108535 h 3193741"/>
              <a:gd name="connsiteX70" fmla="*/ 5031476 w 5470628"/>
              <a:gd name="connsiteY70" fmla="*/ 2128173 h 3193741"/>
              <a:gd name="connsiteX71" fmla="*/ 4937389 w 5470628"/>
              <a:gd name="connsiteY71" fmla="*/ 2216441 h 3193741"/>
              <a:gd name="connsiteX72" fmla="*/ 4826122 w 5470628"/>
              <a:gd name="connsiteY72" fmla="*/ 2315331 h 3193741"/>
              <a:gd name="connsiteX73" fmla="*/ 2544647 w 5470628"/>
              <a:gd name="connsiteY73" fmla="*/ 3190975 h 3193741"/>
              <a:gd name="connsiteX74" fmla="*/ 1328257 w 5470628"/>
              <a:gd name="connsiteY74" fmla="*/ 3153006 h 3193741"/>
              <a:gd name="connsiteX75" fmla="*/ 977943 w 5470628"/>
              <a:gd name="connsiteY75" fmla="*/ 3082502 h 3193741"/>
              <a:gd name="connsiteX76" fmla="*/ 854473 w 5470628"/>
              <a:gd name="connsiteY76" fmla="*/ 2994250 h 3193741"/>
              <a:gd name="connsiteX77" fmla="*/ 811593 w 5470628"/>
              <a:gd name="connsiteY77" fmla="*/ 2970498 h 3193741"/>
              <a:gd name="connsiteX78" fmla="*/ 707024 w 5470628"/>
              <a:gd name="connsiteY78" fmla="*/ 2945439 h 3193741"/>
              <a:gd name="connsiteX79" fmla="*/ 523487 w 5470628"/>
              <a:gd name="connsiteY79" fmla="*/ 2886053 h 3193741"/>
              <a:gd name="connsiteX80" fmla="*/ 587884 w 5470628"/>
              <a:gd name="connsiteY80" fmla="*/ 2859746 h 3193741"/>
              <a:gd name="connsiteX81" fmla="*/ 779426 w 5470628"/>
              <a:gd name="connsiteY81" fmla="*/ 2885897 h 3193741"/>
              <a:gd name="connsiteX82" fmla="*/ 917288 w 5470628"/>
              <a:gd name="connsiteY82" fmla="*/ 2882248 h 3193741"/>
              <a:gd name="connsiteX83" fmla="*/ 718684 w 5470628"/>
              <a:gd name="connsiteY83" fmla="*/ 2819941 h 3193741"/>
              <a:gd name="connsiteX84" fmla="*/ 524650 w 5470628"/>
              <a:gd name="connsiteY84" fmla="*/ 2731220 h 3193741"/>
              <a:gd name="connsiteX85" fmla="*/ 670138 w 5470628"/>
              <a:gd name="connsiteY85" fmla="*/ 2735189 h 3193741"/>
              <a:gd name="connsiteX86" fmla="*/ 675382 w 5470628"/>
              <a:gd name="connsiteY86" fmla="*/ 2719369 h 3193741"/>
              <a:gd name="connsiteX87" fmla="*/ 542021 w 5470628"/>
              <a:gd name="connsiteY87" fmla="*/ 2601946 h 3193741"/>
              <a:gd name="connsiteX88" fmla="*/ 476895 w 5470628"/>
              <a:gd name="connsiteY88" fmla="*/ 2555976 h 3193741"/>
              <a:gd name="connsiteX89" fmla="*/ 188751 w 5470628"/>
              <a:gd name="connsiteY89" fmla="*/ 2428830 h 3193741"/>
              <a:gd name="connsiteX90" fmla="*/ 456762 w 5470628"/>
              <a:gd name="connsiteY90" fmla="*/ 2468731 h 3193741"/>
              <a:gd name="connsiteX91" fmla="*/ 174514 w 5470628"/>
              <a:gd name="connsiteY91" fmla="*/ 2345378 h 3193741"/>
              <a:gd name="connsiteX92" fmla="*/ 38827 w 5470628"/>
              <a:gd name="connsiteY92" fmla="*/ 2303685 h 3193741"/>
              <a:gd name="connsiteX93" fmla="*/ 3281 w 5470628"/>
              <a:gd name="connsiteY93" fmla="*/ 2273587 h 3193741"/>
              <a:gd name="connsiteX94" fmla="*/ 61590 w 5470628"/>
              <a:gd name="connsiteY94" fmla="*/ 2259170 h 3193741"/>
              <a:gd name="connsiteX95" fmla="*/ 242291 w 5470628"/>
              <a:gd name="connsiteY95" fmla="*/ 2250569 h 3193741"/>
              <a:gd name="connsiteX96" fmla="*/ 13205 w 5470628"/>
              <a:gd name="connsiteY96" fmla="*/ 2172263 h 3193741"/>
              <a:gd name="connsiteX97" fmla="*/ 180810 w 5470628"/>
              <a:gd name="connsiteY97" fmla="*/ 2168333 h 3193741"/>
              <a:gd name="connsiteX98" fmla="*/ 226020 w 5470628"/>
              <a:gd name="connsiteY98" fmla="*/ 2121100 h 3193741"/>
              <a:gd name="connsiteX99" fmla="*/ 299145 w 5470628"/>
              <a:gd name="connsiteY99" fmla="*/ 2044862 h 3193741"/>
              <a:gd name="connsiteX100" fmla="*/ 350236 w 5470628"/>
              <a:gd name="connsiteY100" fmla="*/ 2001187 h 3193741"/>
              <a:gd name="connsiteX101" fmla="*/ 365223 w 5470628"/>
              <a:gd name="connsiteY101" fmla="*/ 1881218 h 3193741"/>
              <a:gd name="connsiteX102" fmla="*/ 310707 w 5470628"/>
              <a:gd name="connsiteY102" fmla="*/ 1758752 h 3193741"/>
              <a:gd name="connsiteX103" fmla="*/ 181659 w 5470628"/>
              <a:gd name="connsiteY103" fmla="*/ 1709137 h 3193741"/>
              <a:gd name="connsiteX104" fmla="*/ 213063 w 5470628"/>
              <a:gd name="connsiteY104" fmla="*/ 1632021 h 3193741"/>
              <a:gd name="connsiteX105" fmla="*/ 481390 w 5470628"/>
              <a:gd name="connsiteY105" fmla="*/ 1644125 h 3193741"/>
              <a:gd name="connsiteX106" fmla="*/ 68930 w 5470628"/>
              <a:gd name="connsiteY106" fmla="*/ 1457537 h 3193741"/>
              <a:gd name="connsiteX107" fmla="*/ 135138 w 5470628"/>
              <a:gd name="connsiteY107" fmla="*/ 1440976 h 3193741"/>
              <a:gd name="connsiteX108" fmla="*/ 131611 w 5470628"/>
              <a:gd name="connsiteY108" fmla="*/ 1427642 h 3193741"/>
              <a:gd name="connsiteX109" fmla="*/ 130443 w 5470628"/>
              <a:gd name="connsiteY109" fmla="*/ 1343795 h 3193741"/>
              <a:gd name="connsiteX110" fmla="*/ 138930 w 5470628"/>
              <a:gd name="connsiteY110" fmla="*/ 1304094 h 3193741"/>
              <a:gd name="connsiteX111" fmla="*/ 118409 w 5470628"/>
              <a:gd name="connsiteY111" fmla="*/ 1262212 h 3193741"/>
              <a:gd name="connsiteX112" fmla="*/ 421410 w 5470628"/>
              <a:gd name="connsiteY112" fmla="*/ 1304757 h 3193741"/>
              <a:gd name="connsiteX113" fmla="*/ 655702 w 5470628"/>
              <a:gd name="connsiteY113" fmla="*/ 1291801 h 3193741"/>
              <a:gd name="connsiteX114" fmla="*/ 648299 w 5470628"/>
              <a:gd name="connsiteY114" fmla="*/ 1287715 h 3193741"/>
              <a:gd name="connsiteX115" fmla="*/ 531027 w 5470628"/>
              <a:gd name="connsiteY115" fmla="*/ 1193967 h 3193741"/>
              <a:gd name="connsiteX116" fmla="*/ 526433 w 5470628"/>
              <a:gd name="connsiteY116" fmla="*/ 1191913 h 3193741"/>
              <a:gd name="connsiteX117" fmla="*/ 504666 w 5470628"/>
              <a:gd name="connsiteY117" fmla="*/ 1177230 h 3193741"/>
              <a:gd name="connsiteX118" fmla="*/ 482307 w 5470628"/>
              <a:gd name="connsiteY118" fmla="*/ 1162618 h 3193741"/>
              <a:gd name="connsiteX119" fmla="*/ 479029 w 5470628"/>
              <a:gd name="connsiteY119" fmla="*/ 1162540 h 3193741"/>
              <a:gd name="connsiteX120" fmla="*/ 447663 w 5470628"/>
              <a:gd name="connsiteY120" fmla="*/ 1132649 h 3193741"/>
              <a:gd name="connsiteX121" fmla="*/ 438547 w 5470628"/>
              <a:gd name="connsiteY121" fmla="*/ 1110977 h 3193741"/>
              <a:gd name="connsiteX122" fmla="*/ 405343 w 5470628"/>
              <a:gd name="connsiteY122" fmla="*/ 1089612 h 3193741"/>
              <a:gd name="connsiteX123" fmla="*/ 371373 w 5470628"/>
              <a:gd name="connsiteY123" fmla="*/ 1070238 h 3193741"/>
              <a:gd name="connsiteX124" fmla="*/ 290358 w 5470628"/>
              <a:gd name="connsiteY124" fmla="*/ 1059884 h 3193741"/>
              <a:gd name="connsiteX125" fmla="*/ 235140 w 5470628"/>
              <a:gd name="connsiteY125" fmla="*/ 1029322 h 3193741"/>
              <a:gd name="connsiteX126" fmla="*/ 300494 w 5470628"/>
              <a:gd name="connsiteY126" fmla="*/ 1032083 h 3193741"/>
              <a:gd name="connsiteX127" fmla="*/ 239661 w 5470628"/>
              <a:gd name="connsiteY127" fmla="*/ 997457 h 3193741"/>
              <a:gd name="connsiteX128" fmla="*/ 204788 w 5470628"/>
              <a:gd name="connsiteY128" fmla="*/ 959211 h 3193741"/>
              <a:gd name="connsiteX129" fmla="*/ 207583 w 5470628"/>
              <a:gd name="connsiteY129" fmla="*/ 947009 h 3193741"/>
              <a:gd name="connsiteX130" fmla="*/ 223061 w 5470628"/>
              <a:gd name="connsiteY130" fmla="*/ 947033 h 3193741"/>
              <a:gd name="connsiteX131" fmla="*/ 280015 w 5470628"/>
              <a:gd name="connsiteY131" fmla="*/ 972164 h 3193741"/>
              <a:gd name="connsiteX132" fmla="*/ 353948 w 5470628"/>
              <a:gd name="connsiteY132" fmla="*/ 1006865 h 3193741"/>
              <a:gd name="connsiteX133" fmla="*/ 240466 w 5470628"/>
              <a:gd name="connsiteY133" fmla="*/ 939943 h 3193741"/>
              <a:gd name="connsiteX134" fmla="*/ 158812 w 5470628"/>
              <a:gd name="connsiteY134" fmla="*/ 891467 h 3193741"/>
              <a:gd name="connsiteX135" fmla="*/ 139551 w 5470628"/>
              <a:gd name="connsiteY135" fmla="*/ 855364 h 3193741"/>
              <a:gd name="connsiteX136" fmla="*/ 145731 w 5470628"/>
              <a:gd name="connsiteY136" fmla="*/ 844888 h 3193741"/>
              <a:gd name="connsiteX137" fmla="*/ 158154 w 5470628"/>
              <a:gd name="connsiteY137" fmla="*/ 848366 h 3193741"/>
              <a:gd name="connsiteX138" fmla="*/ 169370 w 5470628"/>
              <a:gd name="connsiteY138" fmla="*/ 856260 h 3193741"/>
              <a:gd name="connsiteX139" fmla="*/ 288295 w 5470628"/>
              <a:gd name="connsiteY139" fmla="*/ 915169 h 3193741"/>
              <a:gd name="connsiteX140" fmla="*/ 462694 w 5470628"/>
              <a:gd name="connsiteY140" fmla="*/ 994643 h 3193741"/>
              <a:gd name="connsiteX141" fmla="*/ 531910 w 5470628"/>
              <a:gd name="connsiteY141" fmla="*/ 1006664 h 3193741"/>
              <a:gd name="connsiteX142" fmla="*/ 333940 w 5470628"/>
              <a:gd name="connsiteY142" fmla="*/ 893507 h 3193741"/>
              <a:gd name="connsiteX143" fmla="*/ 181443 w 5470628"/>
              <a:gd name="connsiteY143" fmla="*/ 746608 h 3193741"/>
              <a:gd name="connsiteX144" fmla="*/ 162678 w 5470628"/>
              <a:gd name="connsiteY144" fmla="*/ 737018 h 3193741"/>
              <a:gd name="connsiteX145" fmla="*/ 156307 w 5470628"/>
              <a:gd name="connsiteY145" fmla="*/ 730435 h 3193741"/>
              <a:gd name="connsiteX146" fmla="*/ 117227 w 5470628"/>
              <a:gd name="connsiteY146" fmla="*/ 677515 h 3193741"/>
              <a:gd name="connsiteX147" fmla="*/ 113655 w 5470628"/>
              <a:gd name="connsiteY147" fmla="*/ 663474 h 3193741"/>
              <a:gd name="connsiteX148" fmla="*/ 115226 w 5470628"/>
              <a:gd name="connsiteY148" fmla="*/ 636712 h 3193741"/>
              <a:gd name="connsiteX149" fmla="*/ 105067 w 5470628"/>
              <a:gd name="connsiteY149" fmla="*/ 622046 h 3193741"/>
              <a:gd name="connsiteX150" fmla="*/ 104113 w 5470628"/>
              <a:gd name="connsiteY150" fmla="*/ 611722 h 3193741"/>
              <a:gd name="connsiteX151" fmla="*/ 118895 w 5470628"/>
              <a:gd name="connsiteY151" fmla="*/ 610169 h 3193741"/>
              <a:gd name="connsiteX152" fmla="*/ 163095 w 5470628"/>
              <a:gd name="connsiteY152" fmla="*/ 640642 h 3193741"/>
              <a:gd name="connsiteX153" fmla="*/ 185766 w 5470628"/>
              <a:gd name="connsiteY153" fmla="*/ 641454 h 3193741"/>
              <a:gd name="connsiteX154" fmla="*/ 212892 w 5470628"/>
              <a:gd name="connsiteY154" fmla="*/ 637457 h 3193741"/>
              <a:gd name="connsiteX155" fmla="*/ 223932 w 5470628"/>
              <a:gd name="connsiteY155" fmla="*/ 647271 h 3193741"/>
              <a:gd name="connsiteX156" fmla="*/ 287167 w 5470628"/>
              <a:gd name="connsiteY156" fmla="*/ 691571 h 3193741"/>
              <a:gd name="connsiteX157" fmla="*/ 330380 w 5470628"/>
              <a:gd name="connsiteY157" fmla="*/ 692506 h 3193741"/>
              <a:gd name="connsiteX158" fmla="*/ 296172 w 5470628"/>
              <a:gd name="connsiteY158" fmla="*/ 688108 h 3193741"/>
              <a:gd name="connsiteX159" fmla="*/ 286974 w 5470628"/>
              <a:gd name="connsiteY159" fmla="*/ 674512 h 3193741"/>
              <a:gd name="connsiteX160" fmla="*/ 286166 w 5470628"/>
              <a:gd name="connsiteY160" fmla="*/ 661798 h 3193741"/>
              <a:gd name="connsiteX161" fmla="*/ 236268 w 5470628"/>
              <a:gd name="connsiteY161" fmla="*/ 635338 h 3193741"/>
              <a:gd name="connsiteX162" fmla="*/ 231734 w 5470628"/>
              <a:gd name="connsiteY162" fmla="*/ 634225 h 3193741"/>
              <a:gd name="connsiteX163" fmla="*/ 221253 w 5470628"/>
              <a:gd name="connsiteY163" fmla="*/ 623870 h 3193741"/>
              <a:gd name="connsiteX164" fmla="*/ 237564 w 5470628"/>
              <a:gd name="connsiteY164" fmla="*/ 613590 h 3193741"/>
              <a:gd name="connsiteX165" fmla="*/ 282259 w 5470628"/>
              <a:gd name="connsiteY165" fmla="*/ 619091 h 3193741"/>
              <a:gd name="connsiteX166" fmla="*/ 370630 w 5470628"/>
              <a:gd name="connsiteY166" fmla="*/ 665566 h 3193741"/>
              <a:gd name="connsiteX167" fmla="*/ 498017 w 5470628"/>
              <a:gd name="connsiteY167" fmla="*/ 740532 h 3193741"/>
              <a:gd name="connsiteX168" fmla="*/ 918036 w 5470628"/>
              <a:gd name="connsiteY168" fmla="*/ 924307 h 3193741"/>
              <a:gd name="connsiteX169" fmla="*/ 1079304 w 5470628"/>
              <a:gd name="connsiteY169" fmla="*/ 984494 h 3193741"/>
              <a:gd name="connsiteX170" fmla="*/ 1079935 w 5470628"/>
              <a:gd name="connsiteY170" fmla="*/ 980383 h 3193741"/>
              <a:gd name="connsiteX171" fmla="*/ 1079695 w 5470628"/>
              <a:gd name="connsiteY171" fmla="*/ 976616 h 3193741"/>
              <a:gd name="connsiteX172" fmla="*/ 966178 w 5470628"/>
              <a:gd name="connsiteY172" fmla="*/ 937219 h 3193741"/>
              <a:gd name="connsiteX173" fmla="*/ 720106 w 5470628"/>
              <a:gd name="connsiteY173" fmla="*/ 807112 h 3193741"/>
              <a:gd name="connsiteX174" fmla="*/ 698823 w 5470628"/>
              <a:gd name="connsiteY174" fmla="*/ 804708 h 3193741"/>
              <a:gd name="connsiteX175" fmla="*/ 664513 w 5470628"/>
              <a:gd name="connsiteY175" fmla="*/ 784663 h 3193741"/>
              <a:gd name="connsiteX176" fmla="*/ 660380 w 5470628"/>
              <a:gd name="connsiteY176" fmla="*/ 771165 h 3193741"/>
              <a:gd name="connsiteX177" fmla="*/ 584959 w 5470628"/>
              <a:gd name="connsiteY177" fmla="*/ 722409 h 3193741"/>
              <a:gd name="connsiteX178" fmla="*/ 435649 w 5470628"/>
              <a:gd name="connsiteY178" fmla="*/ 639659 h 3193741"/>
              <a:gd name="connsiteX179" fmla="*/ 404944 w 5470628"/>
              <a:gd name="connsiteY179" fmla="*/ 606128 h 3193741"/>
              <a:gd name="connsiteX180" fmla="*/ 408476 w 5470628"/>
              <a:gd name="connsiteY180" fmla="*/ 591466 h 3193741"/>
              <a:gd name="connsiteX181" fmla="*/ 425225 w 5470628"/>
              <a:gd name="connsiteY181" fmla="*/ 592759 h 3193741"/>
              <a:gd name="connsiteX182" fmla="*/ 487115 w 5470628"/>
              <a:gd name="connsiteY182" fmla="*/ 620614 h 3193741"/>
              <a:gd name="connsiteX183" fmla="*/ 550277 w 5470628"/>
              <a:gd name="connsiteY183" fmla="*/ 649738 h 3193741"/>
              <a:gd name="connsiteX184" fmla="*/ 544421 w 5470628"/>
              <a:gd name="connsiteY184" fmla="*/ 641907 h 3193741"/>
              <a:gd name="connsiteX185" fmla="*/ 431905 w 5470628"/>
              <a:gd name="connsiteY185" fmla="*/ 580799 h 3193741"/>
              <a:gd name="connsiteX186" fmla="*/ 351177 w 5470628"/>
              <a:gd name="connsiteY186" fmla="*/ 528177 h 3193741"/>
              <a:gd name="connsiteX187" fmla="*/ 339749 w 5470628"/>
              <a:gd name="connsiteY187" fmla="*/ 498244 h 3193741"/>
              <a:gd name="connsiteX188" fmla="*/ 346313 w 5470628"/>
              <a:gd name="connsiteY188" fmla="*/ 489145 h 3193741"/>
              <a:gd name="connsiteX189" fmla="*/ 356579 w 5470628"/>
              <a:gd name="connsiteY189" fmla="*/ 491460 h 3193741"/>
              <a:gd name="connsiteX190" fmla="*/ 371505 w 5470628"/>
              <a:gd name="connsiteY190" fmla="*/ 501516 h 3193741"/>
              <a:gd name="connsiteX191" fmla="*/ 476275 w 5470628"/>
              <a:gd name="connsiteY191" fmla="*/ 553122 h 3193741"/>
              <a:gd name="connsiteX192" fmla="*/ 649952 w 5470628"/>
              <a:gd name="connsiteY192" fmla="*/ 635294 h 3193741"/>
              <a:gd name="connsiteX193" fmla="*/ 727161 w 5470628"/>
              <a:gd name="connsiteY193" fmla="*/ 651328 h 3193741"/>
              <a:gd name="connsiteX194" fmla="*/ 722417 w 5470628"/>
              <a:gd name="connsiteY194" fmla="*/ 646921 h 3193741"/>
              <a:gd name="connsiteX195" fmla="*/ 546079 w 5470628"/>
              <a:gd name="connsiteY195" fmla="*/ 546328 h 3193741"/>
              <a:gd name="connsiteX196" fmla="*/ 378182 w 5470628"/>
              <a:gd name="connsiteY196" fmla="*/ 386585 h 3193741"/>
              <a:gd name="connsiteX197" fmla="*/ 370158 w 5470628"/>
              <a:gd name="connsiteY197" fmla="*/ 382100 h 3193741"/>
              <a:gd name="connsiteX198" fmla="*/ 357861 w 5470628"/>
              <a:gd name="connsiteY198" fmla="*/ 371252 h 3193741"/>
              <a:gd name="connsiteX199" fmla="*/ 331313 w 5470628"/>
              <a:gd name="connsiteY199" fmla="*/ 328203 h 3193741"/>
              <a:gd name="connsiteX200" fmla="*/ 319354 w 5470628"/>
              <a:gd name="connsiteY200" fmla="*/ 299282 h 3193741"/>
              <a:gd name="connsiteX201" fmla="*/ 319682 w 5470628"/>
              <a:gd name="connsiteY201" fmla="*/ 285719 h 3193741"/>
              <a:gd name="connsiteX202" fmla="*/ 306391 w 5470628"/>
              <a:gd name="connsiteY202" fmla="*/ 268585 h 3193741"/>
              <a:gd name="connsiteX203" fmla="*/ 303294 w 5470628"/>
              <a:gd name="connsiteY203" fmla="*/ 257334 h 3193741"/>
              <a:gd name="connsiteX204" fmla="*/ 319242 w 5470628"/>
              <a:gd name="connsiteY204" fmla="*/ 255403 h 3193741"/>
              <a:gd name="connsiteX205" fmla="*/ 364093 w 5470628"/>
              <a:gd name="connsiteY205" fmla="*/ 286745 h 3193741"/>
              <a:gd name="connsiteX206" fmla="*/ 385301 w 5470628"/>
              <a:gd name="connsiteY206" fmla="*/ 287973 h 3193741"/>
              <a:gd name="connsiteX207" fmla="*/ 417598 w 5470628"/>
              <a:gd name="connsiteY207" fmla="*/ 285722 h 3193741"/>
              <a:gd name="connsiteX208" fmla="*/ 440155 w 5470628"/>
              <a:gd name="connsiteY208" fmla="*/ 308139 h 3193741"/>
              <a:gd name="connsiteX209" fmla="*/ 534406 w 5470628"/>
              <a:gd name="connsiteY209" fmla="*/ 339430 h 3193741"/>
              <a:gd name="connsiteX210" fmla="*/ 495633 w 5470628"/>
              <a:gd name="connsiteY210" fmla="*/ 333450 h 3193741"/>
              <a:gd name="connsiteX211" fmla="*/ 486289 w 5470628"/>
              <a:gd name="connsiteY211" fmla="*/ 322243 h 3193741"/>
              <a:gd name="connsiteX212" fmla="*/ 484000 w 5470628"/>
              <a:gd name="connsiteY212" fmla="*/ 304964 h 3193741"/>
              <a:gd name="connsiteX213" fmla="*/ 436911 w 5470628"/>
              <a:gd name="connsiteY213" fmla="*/ 280536 h 3193741"/>
              <a:gd name="connsiteX214" fmla="*/ 426865 w 5470628"/>
              <a:gd name="connsiteY214" fmla="*/ 277007 h 3193741"/>
              <a:gd name="connsiteX215" fmla="*/ 420654 w 5470628"/>
              <a:gd name="connsiteY215" fmla="*/ 268269 h 3193741"/>
              <a:gd name="connsiteX216" fmla="*/ 432329 w 5470628"/>
              <a:gd name="connsiteY216" fmla="*/ 259975 h 3193741"/>
              <a:gd name="connsiteX217" fmla="*/ 447672 w 5470628"/>
              <a:gd name="connsiteY217" fmla="*/ 257879 h 3193741"/>
              <a:gd name="connsiteX218" fmla="*/ 502242 w 5470628"/>
              <a:gd name="connsiteY218" fmla="*/ 273572 h 3193741"/>
              <a:gd name="connsiteX219" fmla="*/ 659874 w 5470628"/>
              <a:gd name="connsiteY219" fmla="*/ 365516 h 3193741"/>
              <a:gd name="connsiteX220" fmla="*/ 829177 w 5470628"/>
              <a:gd name="connsiteY220" fmla="*/ 444421 h 3193741"/>
              <a:gd name="connsiteX221" fmla="*/ 1231903 w 5470628"/>
              <a:gd name="connsiteY221" fmla="*/ 613682 h 3193741"/>
              <a:gd name="connsiteX222" fmla="*/ 1911736 w 5470628"/>
              <a:gd name="connsiteY222" fmla="*/ 685084 h 3193741"/>
              <a:gd name="connsiteX223" fmla="*/ 2564313 w 5470628"/>
              <a:gd name="connsiteY223" fmla="*/ 632143 h 3193741"/>
              <a:gd name="connsiteX224" fmla="*/ 2657304 w 5470628"/>
              <a:gd name="connsiteY224" fmla="*/ 624913 h 3193741"/>
              <a:gd name="connsiteX225" fmla="*/ 4235818 w 5470628"/>
              <a:gd name="connsiteY225" fmla="*/ 259339 h 3193741"/>
              <a:gd name="connsiteX226" fmla="*/ 4460331 w 5470628"/>
              <a:gd name="connsiteY226" fmla="*/ 176864 h 3193741"/>
              <a:gd name="connsiteX227" fmla="*/ 4499578 w 5470628"/>
              <a:gd name="connsiteY227" fmla="*/ 186791 h 3193741"/>
              <a:gd name="connsiteX228" fmla="*/ 4514640 w 5470628"/>
              <a:gd name="connsiteY228" fmla="*/ 188841 h 3193741"/>
              <a:gd name="connsiteX229" fmla="*/ 4516523 w 5470628"/>
              <a:gd name="connsiteY229" fmla="*/ 189988 h 3193741"/>
              <a:gd name="connsiteX230" fmla="*/ 4518126 w 5470628"/>
              <a:gd name="connsiteY230" fmla="*/ 189316 h 3193741"/>
              <a:gd name="connsiteX231" fmla="*/ 4514640 w 5470628"/>
              <a:gd name="connsiteY231" fmla="*/ 188841 h 3193741"/>
              <a:gd name="connsiteX232" fmla="*/ 4511569 w 5470628"/>
              <a:gd name="connsiteY232" fmla="*/ 186970 h 3193741"/>
              <a:gd name="connsiteX233" fmla="*/ 4510888 w 5470628"/>
              <a:gd name="connsiteY233" fmla="*/ 180943 h 3193741"/>
              <a:gd name="connsiteX234" fmla="*/ 4531865 w 5470628"/>
              <a:gd name="connsiteY234" fmla="*/ 155151 h 3193741"/>
              <a:gd name="connsiteX235" fmla="*/ 4573441 w 5470628"/>
              <a:gd name="connsiteY235" fmla="*/ 139676 h 3193741"/>
              <a:gd name="connsiteX236" fmla="*/ 4594964 w 5470628"/>
              <a:gd name="connsiteY236" fmla="*/ 145847 h 3193741"/>
              <a:gd name="connsiteX237" fmla="*/ 4623059 w 5470628"/>
              <a:gd name="connsiteY237" fmla="*/ 152410 h 3193741"/>
              <a:gd name="connsiteX238" fmla="*/ 4748356 w 5470628"/>
              <a:gd name="connsiteY238" fmla="*/ 68192 h 3193741"/>
              <a:gd name="connsiteX239" fmla="*/ 4833812 w 5470628"/>
              <a:gd name="connsiteY239" fmla="*/ 8017 h 3193741"/>
              <a:gd name="connsiteX240" fmla="*/ 4850908 w 5470628"/>
              <a:gd name="connsiteY240" fmla="*/ 727 h 31937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</a:cxnLst>
            <a:rect l="l" t="t" r="r" b="b"/>
            <a:pathLst>
              <a:path w="5470628" h="3193741">
                <a:moveTo>
                  <a:pt x="5462602" y="1413608"/>
                </a:moveTo>
                <a:lnTo>
                  <a:pt x="5465724" y="1421881"/>
                </a:lnTo>
                <a:cubicBezTo>
                  <a:pt x="5472118" y="1444281"/>
                  <a:pt x="5472640" y="1461744"/>
                  <a:pt x="5465025" y="1466556"/>
                </a:cubicBezTo>
                <a:lnTo>
                  <a:pt x="5463208" y="1466226"/>
                </a:lnTo>
                <a:lnTo>
                  <a:pt x="5463242" y="1451866"/>
                </a:lnTo>
                <a:cubicBezTo>
                  <a:pt x="5463190" y="1441487"/>
                  <a:pt x="5463068" y="1431722"/>
                  <a:pt x="5462894" y="1423194"/>
                </a:cubicBezTo>
                <a:close/>
                <a:moveTo>
                  <a:pt x="5461417" y="1391849"/>
                </a:moveTo>
                <a:cubicBezTo>
                  <a:pt x="5461710" y="1392940"/>
                  <a:pt x="5461992" y="1396513"/>
                  <a:pt x="5462246" y="1401944"/>
                </a:cubicBezTo>
                <a:lnTo>
                  <a:pt x="5462602" y="1413608"/>
                </a:lnTo>
                <a:lnTo>
                  <a:pt x="5459078" y="1404268"/>
                </a:lnTo>
                <a:lnTo>
                  <a:pt x="5460137" y="1393780"/>
                </a:lnTo>
                <a:cubicBezTo>
                  <a:pt x="5460561" y="1391114"/>
                  <a:pt x="5460982" y="1390270"/>
                  <a:pt x="5461417" y="1391849"/>
                </a:cubicBezTo>
                <a:close/>
                <a:moveTo>
                  <a:pt x="614271" y="1052206"/>
                </a:moveTo>
                <a:cubicBezTo>
                  <a:pt x="613444" y="1053256"/>
                  <a:pt x="612323" y="1054339"/>
                  <a:pt x="611497" y="1055389"/>
                </a:cubicBezTo>
                <a:cubicBezTo>
                  <a:pt x="617673" y="1058912"/>
                  <a:pt x="624115" y="1061928"/>
                  <a:pt x="630277" y="1065215"/>
                </a:cubicBezTo>
                <a:cubicBezTo>
                  <a:pt x="637469" y="1066004"/>
                  <a:pt x="644958" y="1066759"/>
                  <a:pt x="651856" y="1067584"/>
                </a:cubicBezTo>
                <a:cubicBezTo>
                  <a:pt x="639327" y="1062458"/>
                  <a:pt x="626799" y="1057332"/>
                  <a:pt x="614271" y="1052206"/>
                </a:cubicBezTo>
                <a:close/>
                <a:moveTo>
                  <a:pt x="810628" y="695550"/>
                </a:moveTo>
                <a:cubicBezTo>
                  <a:pt x="873537" y="739416"/>
                  <a:pt x="951215" y="767494"/>
                  <a:pt x="1033084" y="791270"/>
                </a:cubicBezTo>
                <a:cubicBezTo>
                  <a:pt x="1034205" y="790184"/>
                  <a:pt x="1035031" y="789136"/>
                  <a:pt x="1036153" y="788050"/>
                </a:cubicBezTo>
                <a:cubicBezTo>
                  <a:pt x="960983" y="757296"/>
                  <a:pt x="885798" y="726306"/>
                  <a:pt x="810628" y="695550"/>
                </a:cubicBezTo>
                <a:close/>
                <a:moveTo>
                  <a:pt x="4850908" y="727"/>
                </a:moveTo>
                <a:cubicBezTo>
                  <a:pt x="4858191" y="2929"/>
                  <a:pt x="4860543" y="7152"/>
                  <a:pt x="4858584" y="13795"/>
                </a:cubicBezTo>
                <a:cubicBezTo>
                  <a:pt x="4855845" y="22194"/>
                  <a:pt x="4850092" y="30008"/>
                  <a:pt x="4843408" y="37224"/>
                </a:cubicBezTo>
                <a:cubicBezTo>
                  <a:pt x="4812232" y="71132"/>
                  <a:pt x="4827067" y="79774"/>
                  <a:pt x="4871062" y="78954"/>
                </a:cubicBezTo>
                <a:cubicBezTo>
                  <a:pt x="4910302" y="78234"/>
                  <a:pt x="4949507" y="72299"/>
                  <a:pt x="4989038" y="66799"/>
                </a:cubicBezTo>
                <a:cubicBezTo>
                  <a:pt x="5008500" y="63967"/>
                  <a:pt x="5009491" y="65509"/>
                  <a:pt x="5002636" y="79388"/>
                </a:cubicBezTo>
                <a:cubicBezTo>
                  <a:pt x="4991594" y="102315"/>
                  <a:pt x="4990844" y="123285"/>
                  <a:pt x="5008332" y="140859"/>
                </a:cubicBezTo>
                <a:cubicBezTo>
                  <a:pt x="5012456" y="144868"/>
                  <a:pt x="5015428" y="149491"/>
                  <a:pt x="5014326" y="155555"/>
                </a:cubicBezTo>
                <a:cubicBezTo>
                  <a:pt x="5009356" y="180357"/>
                  <a:pt x="5019874" y="200674"/>
                  <a:pt x="5030704" y="221190"/>
                </a:cubicBezTo>
                <a:cubicBezTo>
                  <a:pt x="5048958" y="255517"/>
                  <a:pt x="5072099" y="287116"/>
                  <a:pt x="5097262" y="317759"/>
                </a:cubicBezTo>
                <a:cubicBezTo>
                  <a:pt x="5115004" y="339336"/>
                  <a:pt x="5126222" y="365974"/>
                  <a:pt x="5165084" y="373367"/>
                </a:cubicBezTo>
                <a:cubicBezTo>
                  <a:pt x="5174420" y="375083"/>
                  <a:pt x="5177498" y="381353"/>
                  <a:pt x="5174137" y="389353"/>
                </a:cubicBezTo>
                <a:cubicBezTo>
                  <a:pt x="5163026" y="415847"/>
                  <a:pt x="5172067" y="436343"/>
                  <a:pt x="5192507" y="453561"/>
                </a:cubicBezTo>
                <a:cubicBezTo>
                  <a:pt x="5199734" y="459565"/>
                  <a:pt x="5197020" y="463690"/>
                  <a:pt x="5187160" y="467732"/>
                </a:cubicBezTo>
                <a:cubicBezTo>
                  <a:pt x="5175836" y="472188"/>
                  <a:pt x="5167025" y="478711"/>
                  <a:pt x="5160106" y="486904"/>
                </a:cubicBezTo>
                <a:cubicBezTo>
                  <a:pt x="5148744" y="500143"/>
                  <a:pt x="5143396" y="514315"/>
                  <a:pt x="5138948" y="528614"/>
                </a:cubicBezTo>
                <a:cubicBezTo>
                  <a:pt x="5132042" y="551041"/>
                  <a:pt x="5123894" y="572670"/>
                  <a:pt x="5097016" y="589923"/>
                </a:cubicBezTo>
                <a:cubicBezTo>
                  <a:pt x="5089016" y="595163"/>
                  <a:pt x="5082598" y="601872"/>
                  <a:pt x="5075869" y="608381"/>
                </a:cubicBezTo>
                <a:cubicBezTo>
                  <a:pt x="5078016" y="614052"/>
                  <a:pt x="5083322" y="617918"/>
                  <a:pt x="5093172" y="618385"/>
                </a:cubicBezTo>
                <a:cubicBezTo>
                  <a:pt x="5155867" y="621469"/>
                  <a:pt x="5153088" y="652648"/>
                  <a:pt x="5153518" y="687474"/>
                </a:cubicBezTo>
                <a:cubicBezTo>
                  <a:pt x="5154177" y="730575"/>
                  <a:pt x="5118812" y="754787"/>
                  <a:pt x="5074984" y="776941"/>
                </a:cubicBezTo>
                <a:cubicBezTo>
                  <a:pt x="5059986" y="784451"/>
                  <a:pt x="5038116" y="786863"/>
                  <a:pt x="5033348" y="805473"/>
                </a:cubicBezTo>
                <a:cubicBezTo>
                  <a:pt x="5059529" y="819384"/>
                  <a:pt x="5089376" y="802009"/>
                  <a:pt x="5116847" y="803426"/>
                </a:cubicBezTo>
                <a:cubicBezTo>
                  <a:pt x="5139548" y="804709"/>
                  <a:pt x="5176330" y="798120"/>
                  <a:pt x="5147902" y="833118"/>
                </a:cubicBezTo>
                <a:cubicBezTo>
                  <a:pt x="5139626" y="843373"/>
                  <a:pt x="5150382" y="848714"/>
                  <a:pt x="5161665" y="848297"/>
                </a:cubicBezTo>
                <a:cubicBezTo>
                  <a:pt x="5253064" y="844106"/>
                  <a:pt x="5215170" y="912756"/>
                  <a:pt x="5246520" y="942412"/>
                </a:cubicBezTo>
                <a:cubicBezTo>
                  <a:pt x="5255359" y="950358"/>
                  <a:pt x="5247812" y="967405"/>
                  <a:pt x="5235368" y="972946"/>
                </a:cubicBezTo>
                <a:cubicBezTo>
                  <a:pt x="5156387" y="1008610"/>
                  <a:pt x="5149354" y="1071149"/>
                  <a:pt x="5113739" y="1128845"/>
                </a:cubicBezTo>
                <a:cubicBezTo>
                  <a:pt x="5157305" y="1144685"/>
                  <a:pt x="5208388" y="1143005"/>
                  <a:pt x="5255034" y="1151117"/>
                </a:cubicBezTo>
                <a:cubicBezTo>
                  <a:pt x="5303482" y="1159484"/>
                  <a:pt x="5304156" y="1170079"/>
                  <a:pt x="5267513" y="1216275"/>
                </a:cubicBezTo>
                <a:cubicBezTo>
                  <a:pt x="5370269" y="1212844"/>
                  <a:pt x="5370269" y="1212844"/>
                  <a:pt x="5343113" y="1281854"/>
                </a:cubicBezTo>
                <a:cubicBezTo>
                  <a:pt x="5386272" y="1279593"/>
                  <a:pt x="5428618" y="1334726"/>
                  <a:pt x="5452014" y="1385543"/>
                </a:cubicBezTo>
                <a:lnTo>
                  <a:pt x="5459078" y="1404268"/>
                </a:lnTo>
                <a:lnTo>
                  <a:pt x="5458838" y="1406644"/>
                </a:lnTo>
                <a:cubicBezTo>
                  <a:pt x="5457942" y="1418063"/>
                  <a:pt x="5456960" y="1434367"/>
                  <a:pt x="5455752" y="1450751"/>
                </a:cubicBezTo>
                <a:lnTo>
                  <a:pt x="5454594" y="1464662"/>
                </a:lnTo>
                <a:lnTo>
                  <a:pt x="5447215" y="1463321"/>
                </a:lnTo>
                <a:cubicBezTo>
                  <a:pt x="5441256" y="1459714"/>
                  <a:pt x="5437002" y="1458345"/>
                  <a:pt x="5433934" y="1458428"/>
                </a:cubicBezTo>
                <a:cubicBezTo>
                  <a:pt x="5424728" y="1458676"/>
                  <a:pt x="5426188" y="1471978"/>
                  <a:pt x="5424276" y="1477014"/>
                </a:cubicBezTo>
                <a:cubicBezTo>
                  <a:pt x="5417851" y="1492977"/>
                  <a:pt x="5433852" y="1501241"/>
                  <a:pt x="5444628" y="1511562"/>
                </a:cubicBezTo>
                <a:cubicBezTo>
                  <a:pt x="5448663" y="1515344"/>
                  <a:pt x="5451544" y="1497678"/>
                  <a:pt x="5453752" y="1474786"/>
                </a:cubicBezTo>
                <a:lnTo>
                  <a:pt x="5454594" y="1464662"/>
                </a:lnTo>
                <a:lnTo>
                  <a:pt x="5463208" y="1466226"/>
                </a:lnTo>
                <a:lnTo>
                  <a:pt x="5463164" y="1484226"/>
                </a:lnTo>
                <a:cubicBezTo>
                  <a:pt x="5462722" y="1528173"/>
                  <a:pt x="5460824" y="1571999"/>
                  <a:pt x="5456160" y="1575885"/>
                </a:cubicBezTo>
                <a:cubicBezTo>
                  <a:pt x="5406708" y="1617226"/>
                  <a:pt x="5442751" y="1692579"/>
                  <a:pt x="5345636" y="1714543"/>
                </a:cubicBezTo>
                <a:cubicBezTo>
                  <a:pt x="5301930" y="1724583"/>
                  <a:pt x="5282493" y="1755882"/>
                  <a:pt x="5251319" y="1775792"/>
                </a:cubicBezTo>
                <a:cubicBezTo>
                  <a:pt x="5142610" y="1844714"/>
                  <a:pt x="5072132" y="1925140"/>
                  <a:pt x="5043512" y="2027305"/>
                </a:cubicBezTo>
                <a:cubicBezTo>
                  <a:pt x="5035488" y="2055562"/>
                  <a:pt x="5000258" y="2081893"/>
                  <a:pt x="4978144" y="2108535"/>
                </a:cubicBezTo>
                <a:cubicBezTo>
                  <a:pt x="4990785" y="2124798"/>
                  <a:pt x="5050411" y="2079615"/>
                  <a:pt x="5031476" y="2128173"/>
                </a:cubicBezTo>
                <a:cubicBezTo>
                  <a:pt x="5017138" y="2164787"/>
                  <a:pt x="4975973" y="2191363"/>
                  <a:pt x="4937389" y="2216441"/>
                </a:cubicBezTo>
                <a:cubicBezTo>
                  <a:pt x="4893079" y="2245058"/>
                  <a:pt x="4843760" y="2269776"/>
                  <a:pt x="4826122" y="2315331"/>
                </a:cubicBezTo>
                <a:cubicBezTo>
                  <a:pt x="4822276" y="2325050"/>
                  <a:pt x="3896510" y="3112888"/>
                  <a:pt x="2544647" y="3190975"/>
                </a:cubicBezTo>
                <a:cubicBezTo>
                  <a:pt x="2323734" y="3203734"/>
                  <a:pt x="1445947" y="3169121"/>
                  <a:pt x="1328257" y="3153006"/>
                </a:cubicBezTo>
                <a:cubicBezTo>
                  <a:pt x="1207258" y="3136344"/>
                  <a:pt x="1101756" y="3091943"/>
                  <a:pt x="977943" y="3082502"/>
                </a:cubicBezTo>
                <a:cubicBezTo>
                  <a:pt x="912454" y="3077622"/>
                  <a:pt x="848655" y="3061861"/>
                  <a:pt x="854473" y="2994250"/>
                </a:cubicBezTo>
                <a:cubicBezTo>
                  <a:pt x="856228" y="2975057"/>
                  <a:pt x="838125" y="2961827"/>
                  <a:pt x="811593" y="2970498"/>
                </a:cubicBezTo>
                <a:cubicBezTo>
                  <a:pt x="761454" y="2987010"/>
                  <a:pt x="736680" y="2962489"/>
                  <a:pt x="707024" y="2945439"/>
                </a:cubicBezTo>
                <a:cubicBezTo>
                  <a:pt x="654509" y="2915262"/>
                  <a:pt x="603913" y="2882480"/>
                  <a:pt x="523487" y="2886053"/>
                </a:cubicBezTo>
                <a:cubicBezTo>
                  <a:pt x="537017" y="2855468"/>
                  <a:pt x="563587" y="2856758"/>
                  <a:pt x="587884" y="2859746"/>
                </a:cubicBezTo>
                <a:cubicBezTo>
                  <a:pt x="652090" y="2867866"/>
                  <a:pt x="715235" y="2878012"/>
                  <a:pt x="779426" y="2885897"/>
                </a:cubicBezTo>
                <a:cubicBezTo>
                  <a:pt x="821123" y="2891048"/>
                  <a:pt x="863074" y="2900202"/>
                  <a:pt x="917288" y="2882248"/>
                </a:cubicBezTo>
                <a:cubicBezTo>
                  <a:pt x="866364" y="2830288"/>
                  <a:pt x="785092" y="2829930"/>
                  <a:pt x="718684" y="2819941"/>
                </a:cubicBezTo>
                <a:cubicBezTo>
                  <a:pt x="635747" y="2807447"/>
                  <a:pt x="584925" y="2771133"/>
                  <a:pt x="524650" y="2731220"/>
                </a:cubicBezTo>
                <a:cubicBezTo>
                  <a:pt x="584180" y="2712621"/>
                  <a:pt x="623299" y="2742760"/>
                  <a:pt x="670138" y="2735189"/>
                </a:cubicBezTo>
                <a:cubicBezTo>
                  <a:pt x="672406" y="2728745"/>
                  <a:pt x="675988" y="2719532"/>
                  <a:pt x="675382" y="2719369"/>
                </a:cubicBezTo>
                <a:cubicBezTo>
                  <a:pt x="596666" y="2703042"/>
                  <a:pt x="557844" y="2658869"/>
                  <a:pt x="542021" y="2601946"/>
                </a:cubicBezTo>
                <a:cubicBezTo>
                  <a:pt x="533902" y="2572560"/>
                  <a:pt x="505246" y="2566541"/>
                  <a:pt x="476895" y="2555976"/>
                </a:cubicBezTo>
                <a:cubicBezTo>
                  <a:pt x="377189" y="2518466"/>
                  <a:pt x="272496" y="2486779"/>
                  <a:pt x="188751" y="2428830"/>
                </a:cubicBezTo>
                <a:cubicBezTo>
                  <a:pt x="280875" y="2426687"/>
                  <a:pt x="357216" y="2461808"/>
                  <a:pt x="456762" y="2468731"/>
                </a:cubicBezTo>
                <a:cubicBezTo>
                  <a:pt x="373794" y="2404281"/>
                  <a:pt x="269816" y="2379152"/>
                  <a:pt x="174514" y="2345378"/>
                </a:cubicBezTo>
                <a:cubicBezTo>
                  <a:pt x="130977" y="2330009"/>
                  <a:pt x="90329" y="2308598"/>
                  <a:pt x="38827" y="2303685"/>
                </a:cubicBezTo>
                <a:cubicBezTo>
                  <a:pt x="20556" y="2301864"/>
                  <a:pt x="-10092" y="2297272"/>
                  <a:pt x="3281" y="2273587"/>
                </a:cubicBezTo>
                <a:cubicBezTo>
                  <a:pt x="14533" y="2253956"/>
                  <a:pt x="39095" y="2256437"/>
                  <a:pt x="61590" y="2259170"/>
                </a:cubicBezTo>
                <a:cubicBezTo>
                  <a:pt x="115591" y="2265916"/>
                  <a:pt x="170539" y="2259497"/>
                  <a:pt x="242291" y="2250569"/>
                </a:cubicBezTo>
                <a:cubicBezTo>
                  <a:pt x="178223" y="2197829"/>
                  <a:pt x="68904" y="2229102"/>
                  <a:pt x="13205" y="2172263"/>
                </a:cubicBezTo>
                <a:cubicBezTo>
                  <a:pt x="77196" y="2153598"/>
                  <a:pt x="128251" y="2170191"/>
                  <a:pt x="180810" y="2168333"/>
                </a:cubicBezTo>
                <a:cubicBezTo>
                  <a:pt x="228319" y="2166612"/>
                  <a:pt x="239444" y="2154350"/>
                  <a:pt x="226020" y="2121100"/>
                </a:cubicBezTo>
                <a:cubicBezTo>
                  <a:pt x="205165" y="2069293"/>
                  <a:pt x="229388" y="2038364"/>
                  <a:pt x="299145" y="2044862"/>
                </a:cubicBezTo>
                <a:cubicBezTo>
                  <a:pt x="363822" y="2051027"/>
                  <a:pt x="369032" y="2029991"/>
                  <a:pt x="350236" y="2001187"/>
                </a:cubicBezTo>
                <a:cubicBezTo>
                  <a:pt x="322862" y="1959187"/>
                  <a:pt x="348423" y="1921214"/>
                  <a:pt x="365223" y="1881218"/>
                </a:cubicBezTo>
                <a:cubicBezTo>
                  <a:pt x="390527" y="1820499"/>
                  <a:pt x="376326" y="1793748"/>
                  <a:pt x="310707" y="1758752"/>
                </a:cubicBezTo>
                <a:cubicBezTo>
                  <a:pt x="273754" y="1739265"/>
                  <a:pt x="234367" y="1723631"/>
                  <a:pt x="181659" y="1709137"/>
                </a:cubicBezTo>
                <a:cubicBezTo>
                  <a:pt x="299387" y="1683727"/>
                  <a:pt x="172918" y="1660608"/>
                  <a:pt x="213063" y="1632021"/>
                </a:cubicBezTo>
                <a:cubicBezTo>
                  <a:pt x="296030" y="1612244"/>
                  <a:pt x="369047" y="1679323"/>
                  <a:pt x="481390" y="1644125"/>
                </a:cubicBezTo>
                <a:cubicBezTo>
                  <a:pt x="336659" y="1595935"/>
                  <a:pt x="176348" y="1532074"/>
                  <a:pt x="68930" y="1457537"/>
                </a:cubicBezTo>
                <a:cubicBezTo>
                  <a:pt x="91299" y="1434897"/>
                  <a:pt x="115799" y="1450436"/>
                  <a:pt x="135138" y="1440976"/>
                </a:cubicBezTo>
                <a:cubicBezTo>
                  <a:pt x="133952" y="1436374"/>
                  <a:pt x="135290" y="1429332"/>
                  <a:pt x="131611" y="1427642"/>
                </a:cubicBezTo>
                <a:cubicBezTo>
                  <a:pt x="52402" y="1389548"/>
                  <a:pt x="51441" y="1388478"/>
                  <a:pt x="130443" y="1343795"/>
                </a:cubicBezTo>
                <a:cubicBezTo>
                  <a:pt x="158017" y="1328118"/>
                  <a:pt x="154966" y="1317573"/>
                  <a:pt x="138930" y="1304094"/>
                </a:cubicBezTo>
                <a:cubicBezTo>
                  <a:pt x="127608" y="1294551"/>
                  <a:pt x="113720" y="1286742"/>
                  <a:pt x="118409" y="1262212"/>
                </a:cubicBezTo>
                <a:cubicBezTo>
                  <a:pt x="164937" y="1287183"/>
                  <a:pt x="383505" y="1312432"/>
                  <a:pt x="421410" y="1304757"/>
                </a:cubicBezTo>
                <a:cubicBezTo>
                  <a:pt x="464009" y="1296037"/>
                  <a:pt x="610877" y="1288926"/>
                  <a:pt x="655702" y="1291801"/>
                </a:cubicBezTo>
                <a:cubicBezTo>
                  <a:pt x="653235" y="1290438"/>
                  <a:pt x="650767" y="1289077"/>
                  <a:pt x="648299" y="1287715"/>
                </a:cubicBezTo>
                <a:cubicBezTo>
                  <a:pt x="603999" y="1260339"/>
                  <a:pt x="559107" y="1233035"/>
                  <a:pt x="531027" y="1193967"/>
                </a:cubicBezTo>
                <a:cubicBezTo>
                  <a:pt x="529741" y="1192462"/>
                  <a:pt x="529061" y="1191120"/>
                  <a:pt x="526433" y="1191913"/>
                </a:cubicBezTo>
                <a:cubicBezTo>
                  <a:pt x="503415" y="1199684"/>
                  <a:pt x="505590" y="1187083"/>
                  <a:pt x="504666" y="1177230"/>
                </a:cubicBezTo>
                <a:cubicBezTo>
                  <a:pt x="503726" y="1167141"/>
                  <a:pt x="499378" y="1159602"/>
                  <a:pt x="482307" y="1162618"/>
                </a:cubicBezTo>
                <a:cubicBezTo>
                  <a:pt x="481421" y="1162726"/>
                  <a:pt x="480226" y="1162633"/>
                  <a:pt x="479029" y="1162540"/>
                </a:cubicBezTo>
                <a:cubicBezTo>
                  <a:pt x="470949" y="1161859"/>
                  <a:pt x="444139" y="1138059"/>
                  <a:pt x="447663" y="1132649"/>
                </a:cubicBezTo>
                <a:cubicBezTo>
                  <a:pt x="455539" y="1120781"/>
                  <a:pt x="446335" y="1116439"/>
                  <a:pt x="438547" y="1110977"/>
                </a:cubicBezTo>
                <a:cubicBezTo>
                  <a:pt x="427656" y="1103517"/>
                  <a:pt x="416795" y="1096529"/>
                  <a:pt x="405343" y="1089612"/>
                </a:cubicBezTo>
                <a:cubicBezTo>
                  <a:pt x="394202" y="1082895"/>
                  <a:pt x="382794" y="1076684"/>
                  <a:pt x="371373" y="1070238"/>
                </a:cubicBezTo>
                <a:cubicBezTo>
                  <a:pt x="344889" y="1065616"/>
                  <a:pt x="318169" y="1061972"/>
                  <a:pt x="290358" y="1059884"/>
                </a:cubicBezTo>
                <a:cubicBezTo>
                  <a:pt x="269709" y="1058114"/>
                  <a:pt x="246624" y="1055453"/>
                  <a:pt x="235140" y="1029322"/>
                </a:cubicBezTo>
                <a:cubicBezTo>
                  <a:pt x="256895" y="1029771"/>
                  <a:pt x="278695" y="1030927"/>
                  <a:pt x="300494" y="1032083"/>
                </a:cubicBezTo>
                <a:cubicBezTo>
                  <a:pt x="279542" y="1020860"/>
                  <a:pt x="259181" y="1009565"/>
                  <a:pt x="239661" y="997457"/>
                </a:cubicBezTo>
                <a:cubicBezTo>
                  <a:pt x="223540" y="987309"/>
                  <a:pt x="210281" y="975391"/>
                  <a:pt x="204788" y="959211"/>
                </a:cubicBezTo>
                <a:cubicBezTo>
                  <a:pt x="203337" y="955117"/>
                  <a:pt x="202166" y="950750"/>
                  <a:pt x="207583" y="947009"/>
                </a:cubicBezTo>
                <a:cubicBezTo>
                  <a:pt x="213561" y="942727"/>
                  <a:pt x="218466" y="944980"/>
                  <a:pt x="223061" y="947033"/>
                </a:cubicBezTo>
                <a:cubicBezTo>
                  <a:pt x="242046" y="955410"/>
                  <a:pt x="261311" y="963516"/>
                  <a:pt x="280015" y="972164"/>
                </a:cubicBezTo>
                <a:cubicBezTo>
                  <a:pt x="304852" y="983629"/>
                  <a:pt x="329408" y="995365"/>
                  <a:pt x="353948" y="1006865"/>
                </a:cubicBezTo>
                <a:cubicBezTo>
                  <a:pt x="319294" y="981405"/>
                  <a:pt x="281290" y="959435"/>
                  <a:pt x="240466" y="939943"/>
                </a:cubicBezTo>
                <a:cubicBezTo>
                  <a:pt x="210990" y="925718"/>
                  <a:pt x="181514" y="911494"/>
                  <a:pt x="158812" y="891467"/>
                </a:cubicBezTo>
                <a:cubicBezTo>
                  <a:pt x="147166" y="881489"/>
                  <a:pt x="141336" y="869384"/>
                  <a:pt x="139551" y="855364"/>
                </a:cubicBezTo>
                <a:cubicBezTo>
                  <a:pt x="139312" y="851597"/>
                  <a:pt x="139634" y="847287"/>
                  <a:pt x="145731" y="844888"/>
                </a:cubicBezTo>
                <a:cubicBezTo>
                  <a:pt x="151843" y="842724"/>
                  <a:pt x="155581" y="845356"/>
                  <a:pt x="158154" y="848366"/>
                </a:cubicBezTo>
                <a:cubicBezTo>
                  <a:pt x="161052" y="851811"/>
                  <a:pt x="164496" y="854479"/>
                  <a:pt x="169370" y="856260"/>
                </a:cubicBezTo>
                <a:cubicBezTo>
                  <a:pt x="212096" y="872913"/>
                  <a:pt x="249775" y="894448"/>
                  <a:pt x="288295" y="915169"/>
                </a:cubicBezTo>
                <a:cubicBezTo>
                  <a:pt x="343452" y="944788"/>
                  <a:pt x="397769" y="975222"/>
                  <a:pt x="462694" y="994643"/>
                </a:cubicBezTo>
                <a:cubicBezTo>
                  <a:pt x="487260" y="1001870"/>
                  <a:pt x="512622" y="1007575"/>
                  <a:pt x="531910" y="1006664"/>
                </a:cubicBezTo>
                <a:cubicBezTo>
                  <a:pt x="460990" y="972547"/>
                  <a:pt x="394087" y="936046"/>
                  <a:pt x="333940" y="893507"/>
                </a:cubicBezTo>
                <a:cubicBezTo>
                  <a:pt x="273173" y="850568"/>
                  <a:pt x="219876" y="803403"/>
                  <a:pt x="181443" y="746608"/>
                </a:cubicBezTo>
                <a:cubicBezTo>
                  <a:pt x="177494" y="740681"/>
                  <a:pt x="175038" y="734810"/>
                  <a:pt x="162678" y="737018"/>
                </a:cubicBezTo>
                <a:cubicBezTo>
                  <a:pt x="157082" y="737933"/>
                  <a:pt x="155070" y="734381"/>
                  <a:pt x="156307" y="730435"/>
                </a:cubicBezTo>
                <a:cubicBezTo>
                  <a:pt x="164051" y="702450"/>
                  <a:pt x="145532" y="687373"/>
                  <a:pt x="117227" y="677515"/>
                </a:cubicBezTo>
                <a:cubicBezTo>
                  <a:pt x="108392" y="674314"/>
                  <a:pt x="107546" y="670384"/>
                  <a:pt x="113655" y="663474"/>
                </a:cubicBezTo>
                <a:cubicBezTo>
                  <a:pt x="121976" y="653926"/>
                  <a:pt x="120506" y="644851"/>
                  <a:pt x="115226" y="636712"/>
                </a:cubicBezTo>
                <a:cubicBezTo>
                  <a:pt x="112224" y="631619"/>
                  <a:pt x="108350" y="626868"/>
                  <a:pt x="105067" y="622046"/>
                </a:cubicBezTo>
                <a:cubicBezTo>
                  <a:pt x="102790" y="619000"/>
                  <a:pt x="99022" y="615897"/>
                  <a:pt x="104113" y="611722"/>
                </a:cubicBezTo>
                <a:cubicBezTo>
                  <a:pt x="108939" y="608053"/>
                  <a:pt x="114081" y="609328"/>
                  <a:pt x="118895" y="610169"/>
                </a:cubicBezTo>
                <a:cubicBezTo>
                  <a:pt x="142040" y="613772"/>
                  <a:pt x="156094" y="624170"/>
                  <a:pt x="163095" y="640642"/>
                </a:cubicBezTo>
                <a:cubicBezTo>
                  <a:pt x="168334" y="652819"/>
                  <a:pt x="173104" y="652953"/>
                  <a:pt x="185766" y="641454"/>
                </a:cubicBezTo>
                <a:cubicBezTo>
                  <a:pt x="195327" y="632704"/>
                  <a:pt x="204232" y="632337"/>
                  <a:pt x="212892" y="637457"/>
                </a:cubicBezTo>
                <a:cubicBezTo>
                  <a:pt x="217516" y="639981"/>
                  <a:pt x="220444" y="643897"/>
                  <a:pt x="223932" y="647271"/>
                </a:cubicBezTo>
                <a:cubicBezTo>
                  <a:pt x="241420" y="664845"/>
                  <a:pt x="259762" y="681841"/>
                  <a:pt x="287167" y="691571"/>
                </a:cubicBezTo>
                <a:cubicBezTo>
                  <a:pt x="299355" y="696027"/>
                  <a:pt x="312354" y="699197"/>
                  <a:pt x="330380" y="692506"/>
                </a:cubicBezTo>
                <a:cubicBezTo>
                  <a:pt x="318517" y="688486"/>
                  <a:pt x="306954" y="689175"/>
                  <a:pt x="296172" y="688108"/>
                </a:cubicBezTo>
                <a:cubicBezTo>
                  <a:pt x="285390" y="687041"/>
                  <a:pt x="279539" y="683953"/>
                  <a:pt x="286974" y="674512"/>
                </a:cubicBezTo>
                <a:cubicBezTo>
                  <a:pt x="291105" y="669267"/>
                  <a:pt x="290555" y="665301"/>
                  <a:pt x="286166" y="661798"/>
                </a:cubicBezTo>
                <a:cubicBezTo>
                  <a:pt x="272052" y="650459"/>
                  <a:pt x="264416" y="633352"/>
                  <a:pt x="236268" y="635338"/>
                </a:cubicBezTo>
                <a:cubicBezTo>
                  <a:pt x="234792" y="635517"/>
                  <a:pt x="233255" y="634754"/>
                  <a:pt x="231734" y="634225"/>
                </a:cubicBezTo>
                <a:cubicBezTo>
                  <a:pt x="225957" y="632316"/>
                  <a:pt x="219575" y="630241"/>
                  <a:pt x="221253" y="623870"/>
                </a:cubicBezTo>
                <a:cubicBezTo>
                  <a:pt x="223227" y="617462"/>
                  <a:pt x="230816" y="615119"/>
                  <a:pt x="237564" y="613590"/>
                </a:cubicBezTo>
                <a:cubicBezTo>
                  <a:pt x="254884" y="609831"/>
                  <a:pt x="268844" y="614072"/>
                  <a:pt x="282259" y="619091"/>
                </a:cubicBezTo>
                <a:cubicBezTo>
                  <a:pt x="314893" y="631509"/>
                  <a:pt x="342201" y="649080"/>
                  <a:pt x="370630" y="665566"/>
                </a:cubicBezTo>
                <a:cubicBezTo>
                  <a:pt x="413275" y="690295"/>
                  <a:pt x="451153" y="719635"/>
                  <a:pt x="498017" y="740532"/>
                </a:cubicBezTo>
                <a:cubicBezTo>
                  <a:pt x="637369" y="802423"/>
                  <a:pt x="774774" y="866448"/>
                  <a:pt x="918036" y="924307"/>
                </a:cubicBezTo>
                <a:cubicBezTo>
                  <a:pt x="970882" y="945666"/>
                  <a:pt x="1024819" y="965469"/>
                  <a:pt x="1079304" y="984494"/>
                </a:cubicBezTo>
                <a:cubicBezTo>
                  <a:pt x="1079509" y="983045"/>
                  <a:pt x="1079744" y="982067"/>
                  <a:pt x="1079935" y="980383"/>
                </a:cubicBezTo>
                <a:cubicBezTo>
                  <a:pt x="1079860" y="979206"/>
                  <a:pt x="1079770" y="977793"/>
                  <a:pt x="1079695" y="976616"/>
                </a:cubicBezTo>
                <a:cubicBezTo>
                  <a:pt x="1041139" y="964679"/>
                  <a:pt x="1003098" y="951491"/>
                  <a:pt x="966178" y="937219"/>
                </a:cubicBezTo>
                <a:cubicBezTo>
                  <a:pt x="875541" y="901932"/>
                  <a:pt x="791930" y="860100"/>
                  <a:pt x="720106" y="807112"/>
                </a:cubicBezTo>
                <a:cubicBezTo>
                  <a:pt x="714181" y="802848"/>
                  <a:pt x="707904" y="802421"/>
                  <a:pt x="698823" y="804708"/>
                </a:cubicBezTo>
                <a:cubicBezTo>
                  <a:pt x="669544" y="812288"/>
                  <a:pt x="659939" y="806334"/>
                  <a:pt x="664513" y="784663"/>
                </a:cubicBezTo>
                <a:cubicBezTo>
                  <a:pt x="665660" y="779304"/>
                  <a:pt x="665686" y="775031"/>
                  <a:pt x="660380" y="771165"/>
                </a:cubicBezTo>
                <a:cubicBezTo>
                  <a:pt x="636661" y="753871"/>
                  <a:pt x="611807" y="737427"/>
                  <a:pt x="584959" y="722409"/>
                </a:cubicBezTo>
                <a:cubicBezTo>
                  <a:pt x="535282" y="694735"/>
                  <a:pt x="482226" y="670082"/>
                  <a:pt x="435649" y="639659"/>
                </a:cubicBezTo>
                <a:cubicBezTo>
                  <a:pt x="421965" y="630403"/>
                  <a:pt x="411440" y="619340"/>
                  <a:pt x="404944" y="606128"/>
                </a:cubicBezTo>
                <a:cubicBezTo>
                  <a:pt x="402872" y="601635"/>
                  <a:pt x="401613" y="595856"/>
                  <a:pt x="408476" y="591466"/>
                </a:cubicBezTo>
                <a:cubicBezTo>
                  <a:pt x="415044" y="587111"/>
                  <a:pt x="420320" y="590506"/>
                  <a:pt x="425225" y="592759"/>
                </a:cubicBezTo>
                <a:cubicBezTo>
                  <a:pt x="445746" y="601899"/>
                  <a:pt x="466578" y="611238"/>
                  <a:pt x="487115" y="620614"/>
                </a:cubicBezTo>
                <a:cubicBezTo>
                  <a:pt x="507947" y="629954"/>
                  <a:pt x="528514" y="639800"/>
                  <a:pt x="550277" y="649738"/>
                </a:cubicBezTo>
                <a:cubicBezTo>
                  <a:pt x="551408" y="644145"/>
                  <a:pt x="546904" y="643504"/>
                  <a:pt x="544421" y="641907"/>
                </a:cubicBezTo>
                <a:cubicBezTo>
                  <a:pt x="509355" y="619344"/>
                  <a:pt x="471190" y="599529"/>
                  <a:pt x="431905" y="580799"/>
                </a:cubicBezTo>
                <a:cubicBezTo>
                  <a:pt x="401512" y="566211"/>
                  <a:pt x="371947" y="550574"/>
                  <a:pt x="351177" y="528177"/>
                </a:cubicBezTo>
                <a:cubicBezTo>
                  <a:pt x="343180" y="519419"/>
                  <a:pt x="338696" y="509759"/>
                  <a:pt x="339749" y="498244"/>
                </a:cubicBezTo>
                <a:cubicBezTo>
                  <a:pt x="340115" y="494641"/>
                  <a:pt x="340481" y="491037"/>
                  <a:pt x="346313" y="489145"/>
                </a:cubicBezTo>
                <a:cubicBezTo>
                  <a:pt x="350979" y="487631"/>
                  <a:pt x="354067" y="489392"/>
                  <a:pt x="356579" y="491460"/>
                </a:cubicBezTo>
                <a:cubicBezTo>
                  <a:pt x="360984" y="495197"/>
                  <a:pt x="365388" y="498934"/>
                  <a:pt x="371505" y="501516"/>
                </a:cubicBezTo>
                <a:cubicBezTo>
                  <a:pt x="408203" y="517000"/>
                  <a:pt x="442659" y="534654"/>
                  <a:pt x="476275" y="553122"/>
                </a:cubicBezTo>
                <a:cubicBezTo>
                  <a:pt x="531461" y="583213"/>
                  <a:pt x="586103" y="614082"/>
                  <a:pt x="649952" y="635294"/>
                </a:cubicBezTo>
                <a:cubicBezTo>
                  <a:pt x="673972" y="643298"/>
                  <a:pt x="698805" y="650018"/>
                  <a:pt x="727161" y="651328"/>
                </a:cubicBezTo>
                <a:cubicBezTo>
                  <a:pt x="726126" y="649081"/>
                  <a:pt x="724263" y="647883"/>
                  <a:pt x="722417" y="646921"/>
                </a:cubicBezTo>
                <a:cubicBezTo>
                  <a:pt x="660627" y="615969"/>
                  <a:pt x="600830" y="583590"/>
                  <a:pt x="546079" y="546328"/>
                </a:cubicBezTo>
                <a:cubicBezTo>
                  <a:pt x="478576" y="500409"/>
                  <a:pt x="420223" y="448637"/>
                  <a:pt x="378182" y="386585"/>
                </a:cubicBezTo>
                <a:cubicBezTo>
                  <a:pt x="376229" y="383975"/>
                  <a:pt x="374884" y="381528"/>
                  <a:pt x="370158" y="382100"/>
                </a:cubicBezTo>
                <a:cubicBezTo>
                  <a:pt x="358064" y="383802"/>
                  <a:pt x="356583" y="379236"/>
                  <a:pt x="357861" y="371252"/>
                </a:cubicBezTo>
                <a:cubicBezTo>
                  <a:pt x="361373" y="351608"/>
                  <a:pt x="352380" y="336565"/>
                  <a:pt x="331313" y="328203"/>
                </a:cubicBezTo>
                <a:cubicBezTo>
                  <a:pt x="316037" y="321986"/>
                  <a:pt x="303183" y="316425"/>
                  <a:pt x="319354" y="299282"/>
                </a:cubicBezTo>
                <a:cubicBezTo>
                  <a:pt x="323265" y="295249"/>
                  <a:pt x="321459" y="290249"/>
                  <a:pt x="319682" y="285719"/>
                </a:cubicBezTo>
                <a:cubicBezTo>
                  <a:pt x="317166" y="278905"/>
                  <a:pt x="312080" y="273828"/>
                  <a:pt x="306391" y="268585"/>
                </a:cubicBezTo>
                <a:cubicBezTo>
                  <a:pt x="303227" y="265647"/>
                  <a:pt x="299399" y="261602"/>
                  <a:pt x="303294" y="257334"/>
                </a:cubicBezTo>
                <a:cubicBezTo>
                  <a:pt x="307735" y="252289"/>
                  <a:pt x="314131" y="254598"/>
                  <a:pt x="319242" y="255403"/>
                </a:cubicBezTo>
                <a:cubicBezTo>
                  <a:pt x="342683" y="258970"/>
                  <a:pt x="357062" y="269803"/>
                  <a:pt x="364093" y="286745"/>
                </a:cubicBezTo>
                <a:cubicBezTo>
                  <a:pt x="368651" y="297582"/>
                  <a:pt x="374307" y="297608"/>
                  <a:pt x="385301" y="287973"/>
                </a:cubicBezTo>
                <a:cubicBezTo>
                  <a:pt x="397712" y="277216"/>
                  <a:pt x="408079" y="276436"/>
                  <a:pt x="417598" y="285722"/>
                </a:cubicBezTo>
                <a:cubicBezTo>
                  <a:pt x="425226" y="293339"/>
                  <a:pt x="431406" y="301607"/>
                  <a:pt x="440155" y="308139"/>
                </a:cubicBezTo>
                <a:cubicBezTo>
                  <a:pt x="463623" y="326175"/>
                  <a:pt x="485720" y="346039"/>
                  <a:pt x="534406" y="339430"/>
                </a:cubicBezTo>
                <a:cubicBezTo>
                  <a:pt x="520872" y="332528"/>
                  <a:pt x="507316" y="334645"/>
                  <a:pt x="495633" y="333450"/>
                </a:cubicBezTo>
                <a:cubicBezTo>
                  <a:pt x="487244" y="332567"/>
                  <a:pt x="478750" y="330037"/>
                  <a:pt x="486289" y="322243"/>
                </a:cubicBezTo>
                <a:cubicBezTo>
                  <a:pt x="494951" y="313365"/>
                  <a:pt x="489365" y="309771"/>
                  <a:pt x="484000" y="304964"/>
                </a:cubicBezTo>
                <a:cubicBezTo>
                  <a:pt x="471673" y="293645"/>
                  <a:pt x="461604" y="280392"/>
                  <a:pt x="436911" y="280536"/>
                </a:cubicBezTo>
                <a:cubicBezTo>
                  <a:pt x="433041" y="280530"/>
                  <a:pt x="429923" y="278297"/>
                  <a:pt x="426865" y="277007"/>
                </a:cubicBezTo>
                <a:cubicBezTo>
                  <a:pt x="422581" y="275154"/>
                  <a:pt x="418872" y="272993"/>
                  <a:pt x="420654" y="268269"/>
                </a:cubicBezTo>
                <a:cubicBezTo>
                  <a:pt x="422468" y="264016"/>
                  <a:pt x="426748" y="261125"/>
                  <a:pt x="432329" y="259975"/>
                </a:cubicBezTo>
                <a:cubicBezTo>
                  <a:pt x="437320" y="258895"/>
                  <a:pt x="442621" y="258016"/>
                  <a:pt x="447672" y="257879"/>
                </a:cubicBezTo>
                <a:cubicBezTo>
                  <a:pt x="470223" y="256809"/>
                  <a:pt x="486254" y="265543"/>
                  <a:pt x="502242" y="273572"/>
                </a:cubicBezTo>
                <a:cubicBezTo>
                  <a:pt x="558179" y="301436"/>
                  <a:pt x="607891" y="334326"/>
                  <a:pt x="659874" y="365516"/>
                </a:cubicBezTo>
                <a:cubicBezTo>
                  <a:pt x="711842" y="396471"/>
                  <a:pt x="772192" y="418818"/>
                  <a:pt x="829177" y="444421"/>
                </a:cubicBezTo>
                <a:cubicBezTo>
                  <a:pt x="960626" y="503711"/>
                  <a:pt x="1092650" y="562693"/>
                  <a:pt x="1231903" y="613682"/>
                </a:cubicBezTo>
                <a:cubicBezTo>
                  <a:pt x="1368099" y="663381"/>
                  <a:pt x="1823141" y="686561"/>
                  <a:pt x="1911736" y="685084"/>
                </a:cubicBezTo>
                <a:cubicBezTo>
                  <a:pt x="2024994" y="682992"/>
                  <a:pt x="2291986" y="655399"/>
                  <a:pt x="2564313" y="632143"/>
                </a:cubicBezTo>
                <a:cubicBezTo>
                  <a:pt x="2595089" y="629364"/>
                  <a:pt x="2625288" y="626893"/>
                  <a:pt x="2657304" y="624913"/>
                </a:cubicBezTo>
                <a:cubicBezTo>
                  <a:pt x="3564401" y="568191"/>
                  <a:pt x="4203594" y="276765"/>
                  <a:pt x="4235818" y="259339"/>
                </a:cubicBezTo>
                <a:cubicBezTo>
                  <a:pt x="4287616" y="231474"/>
                  <a:pt x="4460006" y="176429"/>
                  <a:pt x="4460331" y="176864"/>
                </a:cubicBezTo>
                <a:cubicBezTo>
                  <a:pt x="4464175" y="181144"/>
                  <a:pt x="4483735" y="184529"/>
                  <a:pt x="4499578" y="186791"/>
                </a:cubicBezTo>
                <a:lnTo>
                  <a:pt x="4514640" y="188841"/>
                </a:lnTo>
                <a:lnTo>
                  <a:pt x="4516523" y="189988"/>
                </a:lnTo>
                <a:cubicBezTo>
                  <a:pt x="4522035" y="190091"/>
                  <a:pt x="4521760" y="189857"/>
                  <a:pt x="4518126" y="189316"/>
                </a:cubicBezTo>
                <a:lnTo>
                  <a:pt x="4514640" y="188841"/>
                </a:lnTo>
                <a:lnTo>
                  <a:pt x="4511569" y="186970"/>
                </a:lnTo>
                <a:cubicBezTo>
                  <a:pt x="4510788" y="185226"/>
                  <a:pt x="4510719" y="182981"/>
                  <a:pt x="4510888" y="180943"/>
                </a:cubicBezTo>
                <a:cubicBezTo>
                  <a:pt x="4511690" y="170169"/>
                  <a:pt x="4517648" y="160906"/>
                  <a:pt x="4531865" y="155151"/>
                </a:cubicBezTo>
                <a:cubicBezTo>
                  <a:pt x="4545507" y="149703"/>
                  <a:pt x="4559473" y="144689"/>
                  <a:pt x="4573441" y="139676"/>
                </a:cubicBezTo>
                <a:cubicBezTo>
                  <a:pt x="4585075" y="135420"/>
                  <a:pt x="4593048" y="134454"/>
                  <a:pt x="4594964" y="145847"/>
                </a:cubicBezTo>
                <a:cubicBezTo>
                  <a:pt x="4596879" y="157242"/>
                  <a:pt x="4613452" y="160454"/>
                  <a:pt x="4623059" y="152410"/>
                </a:cubicBezTo>
                <a:cubicBezTo>
                  <a:pt x="4660632" y="120811"/>
                  <a:pt x="4705757" y="95654"/>
                  <a:pt x="4748356" y="68192"/>
                </a:cubicBezTo>
                <a:cubicBezTo>
                  <a:pt x="4778098" y="49168"/>
                  <a:pt x="4809406" y="31378"/>
                  <a:pt x="4833812" y="8017"/>
                </a:cubicBezTo>
                <a:cubicBezTo>
                  <a:pt x="4838299" y="3678"/>
                  <a:pt x="4842399" y="-2039"/>
                  <a:pt x="4850908" y="727"/>
                </a:cubicBezTo>
                <a:close/>
              </a:path>
            </a:pathLst>
          </a:custGeom>
          <a:solidFill>
            <a:schemeClr val="bg2">
              <a:alpha val="50000"/>
            </a:schemeClr>
          </a:solidFill>
          <a:ln w="32707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C55CDE96-730A-7384-31DF-C3D6CDE605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00941" y="685801"/>
            <a:ext cx="3494859" cy="5491162"/>
          </a:xfrm>
        </p:spPr>
        <p:txBody>
          <a:bodyPr>
            <a:normAutofit/>
          </a:bodyPr>
          <a:lstStyle/>
          <a:p>
            <a:r>
              <a:rPr kumimoji="1" lang="ja-JP" altLang="en-US" dirty="0"/>
              <a:t>１つ目</a:t>
            </a:r>
            <a:br>
              <a:rPr kumimoji="1" lang="en-US" altLang="ja-JP" dirty="0"/>
            </a:br>
            <a:r>
              <a:rPr kumimoji="1" lang="ja-JP" altLang="en-US" dirty="0"/>
              <a:t>　</a:t>
            </a:r>
            <a:br>
              <a:rPr kumimoji="1" lang="en-US" altLang="ja-JP" dirty="0"/>
            </a:br>
            <a:r>
              <a:rPr lang="ja-JP" altLang="ja-JP" b="1" dirty="0"/>
              <a:t>制作</a:t>
            </a:r>
            <a:r>
              <a:rPr lang="ja-JP" altLang="en-US" b="1" dirty="0"/>
              <a:t>目的</a:t>
            </a:r>
            <a:br>
              <a:rPr lang="ja-JP" altLang="ja-JP" b="1" dirty="0"/>
            </a:br>
            <a:endParaRPr kumimoji="1" lang="ja-JP" altLang="en-US" dirty="0"/>
          </a:p>
        </p:txBody>
      </p:sp>
      <p:graphicFrame>
        <p:nvGraphicFramePr>
          <p:cNvPr id="15" name="コンテンツ プレースホルダー 2">
            <a:extLst>
              <a:ext uri="{FF2B5EF4-FFF2-40B4-BE49-F238E27FC236}">
                <a16:creationId xmlns:a16="http://schemas.microsoft.com/office/drawing/2014/main" id="{7CE525D5-8FBD-B81B-6699-5183680FE96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86591338"/>
              </p:ext>
            </p:extLst>
          </p:nvPr>
        </p:nvGraphicFramePr>
        <p:xfrm>
          <a:off x="4432044" y="931332"/>
          <a:ext cx="7522890" cy="484790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65332183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98DED6BC-9A3E-48D4-AD7C-A56D63F547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6B6E033A-DB2E-49B8-B600-B38E0C2802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73235" y="1371600"/>
            <a:ext cx="4529312" cy="3589977"/>
          </a:xfrm>
          <a:custGeom>
            <a:avLst/>
            <a:gdLst>
              <a:gd name="connsiteX0" fmla="*/ 5462602 w 5470628"/>
              <a:gd name="connsiteY0" fmla="*/ 1413608 h 3193741"/>
              <a:gd name="connsiteX1" fmla="*/ 5465724 w 5470628"/>
              <a:gd name="connsiteY1" fmla="*/ 1421881 h 3193741"/>
              <a:gd name="connsiteX2" fmla="*/ 5465025 w 5470628"/>
              <a:gd name="connsiteY2" fmla="*/ 1466556 h 3193741"/>
              <a:gd name="connsiteX3" fmla="*/ 5463208 w 5470628"/>
              <a:gd name="connsiteY3" fmla="*/ 1466226 h 3193741"/>
              <a:gd name="connsiteX4" fmla="*/ 5463242 w 5470628"/>
              <a:gd name="connsiteY4" fmla="*/ 1451866 h 3193741"/>
              <a:gd name="connsiteX5" fmla="*/ 5462894 w 5470628"/>
              <a:gd name="connsiteY5" fmla="*/ 1423194 h 3193741"/>
              <a:gd name="connsiteX6" fmla="*/ 5461417 w 5470628"/>
              <a:gd name="connsiteY6" fmla="*/ 1391849 h 3193741"/>
              <a:gd name="connsiteX7" fmla="*/ 5462246 w 5470628"/>
              <a:gd name="connsiteY7" fmla="*/ 1401944 h 3193741"/>
              <a:gd name="connsiteX8" fmla="*/ 5462602 w 5470628"/>
              <a:gd name="connsiteY8" fmla="*/ 1413608 h 3193741"/>
              <a:gd name="connsiteX9" fmla="*/ 5459078 w 5470628"/>
              <a:gd name="connsiteY9" fmla="*/ 1404268 h 3193741"/>
              <a:gd name="connsiteX10" fmla="*/ 5460137 w 5470628"/>
              <a:gd name="connsiteY10" fmla="*/ 1393780 h 3193741"/>
              <a:gd name="connsiteX11" fmla="*/ 5461417 w 5470628"/>
              <a:gd name="connsiteY11" fmla="*/ 1391849 h 3193741"/>
              <a:gd name="connsiteX12" fmla="*/ 614271 w 5470628"/>
              <a:gd name="connsiteY12" fmla="*/ 1052206 h 3193741"/>
              <a:gd name="connsiteX13" fmla="*/ 611497 w 5470628"/>
              <a:gd name="connsiteY13" fmla="*/ 1055389 h 3193741"/>
              <a:gd name="connsiteX14" fmla="*/ 630277 w 5470628"/>
              <a:gd name="connsiteY14" fmla="*/ 1065215 h 3193741"/>
              <a:gd name="connsiteX15" fmla="*/ 651856 w 5470628"/>
              <a:gd name="connsiteY15" fmla="*/ 1067584 h 3193741"/>
              <a:gd name="connsiteX16" fmla="*/ 614271 w 5470628"/>
              <a:gd name="connsiteY16" fmla="*/ 1052206 h 3193741"/>
              <a:gd name="connsiteX17" fmla="*/ 810628 w 5470628"/>
              <a:gd name="connsiteY17" fmla="*/ 695550 h 3193741"/>
              <a:gd name="connsiteX18" fmla="*/ 1033084 w 5470628"/>
              <a:gd name="connsiteY18" fmla="*/ 791270 h 3193741"/>
              <a:gd name="connsiteX19" fmla="*/ 1036153 w 5470628"/>
              <a:gd name="connsiteY19" fmla="*/ 788050 h 3193741"/>
              <a:gd name="connsiteX20" fmla="*/ 810628 w 5470628"/>
              <a:gd name="connsiteY20" fmla="*/ 695550 h 3193741"/>
              <a:gd name="connsiteX21" fmla="*/ 4850908 w 5470628"/>
              <a:gd name="connsiteY21" fmla="*/ 727 h 3193741"/>
              <a:gd name="connsiteX22" fmla="*/ 4858584 w 5470628"/>
              <a:gd name="connsiteY22" fmla="*/ 13795 h 3193741"/>
              <a:gd name="connsiteX23" fmla="*/ 4843408 w 5470628"/>
              <a:gd name="connsiteY23" fmla="*/ 37224 h 3193741"/>
              <a:gd name="connsiteX24" fmla="*/ 4871062 w 5470628"/>
              <a:gd name="connsiteY24" fmla="*/ 78954 h 3193741"/>
              <a:gd name="connsiteX25" fmla="*/ 4989038 w 5470628"/>
              <a:gd name="connsiteY25" fmla="*/ 66799 h 3193741"/>
              <a:gd name="connsiteX26" fmla="*/ 5002636 w 5470628"/>
              <a:gd name="connsiteY26" fmla="*/ 79388 h 3193741"/>
              <a:gd name="connsiteX27" fmla="*/ 5008332 w 5470628"/>
              <a:gd name="connsiteY27" fmla="*/ 140859 h 3193741"/>
              <a:gd name="connsiteX28" fmla="*/ 5014326 w 5470628"/>
              <a:gd name="connsiteY28" fmla="*/ 155555 h 3193741"/>
              <a:gd name="connsiteX29" fmla="*/ 5030704 w 5470628"/>
              <a:gd name="connsiteY29" fmla="*/ 221190 h 3193741"/>
              <a:gd name="connsiteX30" fmla="*/ 5097262 w 5470628"/>
              <a:gd name="connsiteY30" fmla="*/ 317759 h 3193741"/>
              <a:gd name="connsiteX31" fmla="*/ 5165084 w 5470628"/>
              <a:gd name="connsiteY31" fmla="*/ 373367 h 3193741"/>
              <a:gd name="connsiteX32" fmla="*/ 5174137 w 5470628"/>
              <a:gd name="connsiteY32" fmla="*/ 389353 h 3193741"/>
              <a:gd name="connsiteX33" fmla="*/ 5192507 w 5470628"/>
              <a:gd name="connsiteY33" fmla="*/ 453561 h 3193741"/>
              <a:gd name="connsiteX34" fmla="*/ 5187160 w 5470628"/>
              <a:gd name="connsiteY34" fmla="*/ 467732 h 3193741"/>
              <a:gd name="connsiteX35" fmla="*/ 5160106 w 5470628"/>
              <a:gd name="connsiteY35" fmla="*/ 486904 h 3193741"/>
              <a:gd name="connsiteX36" fmla="*/ 5138948 w 5470628"/>
              <a:gd name="connsiteY36" fmla="*/ 528614 h 3193741"/>
              <a:gd name="connsiteX37" fmla="*/ 5097016 w 5470628"/>
              <a:gd name="connsiteY37" fmla="*/ 589923 h 3193741"/>
              <a:gd name="connsiteX38" fmla="*/ 5075869 w 5470628"/>
              <a:gd name="connsiteY38" fmla="*/ 608381 h 3193741"/>
              <a:gd name="connsiteX39" fmla="*/ 5093172 w 5470628"/>
              <a:gd name="connsiteY39" fmla="*/ 618385 h 3193741"/>
              <a:gd name="connsiteX40" fmla="*/ 5153518 w 5470628"/>
              <a:gd name="connsiteY40" fmla="*/ 687474 h 3193741"/>
              <a:gd name="connsiteX41" fmla="*/ 5074984 w 5470628"/>
              <a:gd name="connsiteY41" fmla="*/ 776941 h 3193741"/>
              <a:gd name="connsiteX42" fmla="*/ 5033348 w 5470628"/>
              <a:gd name="connsiteY42" fmla="*/ 805473 h 3193741"/>
              <a:gd name="connsiteX43" fmla="*/ 5116847 w 5470628"/>
              <a:gd name="connsiteY43" fmla="*/ 803426 h 3193741"/>
              <a:gd name="connsiteX44" fmla="*/ 5147902 w 5470628"/>
              <a:gd name="connsiteY44" fmla="*/ 833118 h 3193741"/>
              <a:gd name="connsiteX45" fmla="*/ 5161665 w 5470628"/>
              <a:gd name="connsiteY45" fmla="*/ 848297 h 3193741"/>
              <a:gd name="connsiteX46" fmla="*/ 5246520 w 5470628"/>
              <a:gd name="connsiteY46" fmla="*/ 942412 h 3193741"/>
              <a:gd name="connsiteX47" fmla="*/ 5235368 w 5470628"/>
              <a:gd name="connsiteY47" fmla="*/ 972946 h 3193741"/>
              <a:gd name="connsiteX48" fmla="*/ 5113739 w 5470628"/>
              <a:gd name="connsiteY48" fmla="*/ 1128845 h 3193741"/>
              <a:gd name="connsiteX49" fmla="*/ 5255034 w 5470628"/>
              <a:gd name="connsiteY49" fmla="*/ 1151117 h 3193741"/>
              <a:gd name="connsiteX50" fmla="*/ 5267513 w 5470628"/>
              <a:gd name="connsiteY50" fmla="*/ 1216275 h 3193741"/>
              <a:gd name="connsiteX51" fmla="*/ 5343113 w 5470628"/>
              <a:gd name="connsiteY51" fmla="*/ 1281854 h 3193741"/>
              <a:gd name="connsiteX52" fmla="*/ 5452014 w 5470628"/>
              <a:gd name="connsiteY52" fmla="*/ 1385543 h 3193741"/>
              <a:gd name="connsiteX53" fmla="*/ 5459078 w 5470628"/>
              <a:gd name="connsiteY53" fmla="*/ 1404268 h 3193741"/>
              <a:gd name="connsiteX54" fmla="*/ 5458838 w 5470628"/>
              <a:gd name="connsiteY54" fmla="*/ 1406644 h 3193741"/>
              <a:gd name="connsiteX55" fmla="*/ 5455752 w 5470628"/>
              <a:gd name="connsiteY55" fmla="*/ 1450751 h 3193741"/>
              <a:gd name="connsiteX56" fmla="*/ 5454594 w 5470628"/>
              <a:gd name="connsiteY56" fmla="*/ 1464662 h 3193741"/>
              <a:gd name="connsiteX57" fmla="*/ 5447215 w 5470628"/>
              <a:gd name="connsiteY57" fmla="*/ 1463321 h 3193741"/>
              <a:gd name="connsiteX58" fmla="*/ 5433934 w 5470628"/>
              <a:gd name="connsiteY58" fmla="*/ 1458428 h 3193741"/>
              <a:gd name="connsiteX59" fmla="*/ 5424276 w 5470628"/>
              <a:gd name="connsiteY59" fmla="*/ 1477014 h 3193741"/>
              <a:gd name="connsiteX60" fmla="*/ 5444628 w 5470628"/>
              <a:gd name="connsiteY60" fmla="*/ 1511562 h 3193741"/>
              <a:gd name="connsiteX61" fmla="*/ 5453752 w 5470628"/>
              <a:gd name="connsiteY61" fmla="*/ 1474786 h 3193741"/>
              <a:gd name="connsiteX62" fmla="*/ 5454594 w 5470628"/>
              <a:gd name="connsiteY62" fmla="*/ 1464662 h 3193741"/>
              <a:gd name="connsiteX63" fmla="*/ 5463208 w 5470628"/>
              <a:gd name="connsiteY63" fmla="*/ 1466226 h 3193741"/>
              <a:gd name="connsiteX64" fmla="*/ 5463164 w 5470628"/>
              <a:gd name="connsiteY64" fmla="*/ 1484226 h 3193741"/>
              <a:gd name="connsiteX65" fmla="*/ 5456160 w 5470628"/>
              <a:gd name="connsiteY65" fmla="*/ 1575885 h 3193741"/>
              <a:gd name="connsiteX66" fmla="*/ 5345636 w 5470628"/>
              <a:gd name="connsiteY66" fmla="*/ 1714543 h 3193741"/>
              <a:gd name="connsiteX67" fmla="*/ 5251319 w 5470628"/>
              <a:gd name="connsiteY67" fmla="*/ 1775792 h 3193741"/>
              <a:gd name="connsiteX68" fmla="*/ 5043512 w 5470628"/>
              <a:gd name="connsiteY68" fmla="*/ 2027305 h 3193741"/>
              <a:gd name="connsiteX69" fmla="*/ 4978144 w 5470628"/>
              <a:gd name="connsiteY69" fmla="*/ 2108535 h 3193741"/>
              <a:gd name="connsiteX70" fmla="*/ 5031476 w 5470628"/>
              <a:gd name="connsiteY70" fmla="*/ 2128173 h 3193741"/>
              <a:gd name="connsiteX71" fmla="*/ 4937389 w 5470628"/>
              <a:gd name="connsiteY71" fmla="*/ 2216441 h 3193741"/>
              <a:gd name="connsiteX72" fmla="*/ 4826122 w 5470628"/>
              <a:gd name="connsiteY72" fmla="*/ 2315331 h 3193741"/>
              <a:gd name="connsiteX73" fmla="*/ 2544647 w 5470628"/>
              <a:gd name="connsiteY73" fmla="*/ 3190975 h 3193741"/>
              <a:gd name="connsiteX74" fmla="*/ 1328257 w 5470628"/>
              <a:gd name="connsiteY74" fmla="*/ 3153006 h 3193741"/>
              <a:gd name="connsiteX75" fmla="*/ 977943 w 5470628"/>
              <a:gd name="connsiteY75" fmla="*/ 3082502 h 3193741"/>
              <a:gd name="connsiteX76" fmla="*/ 854473 w 5470628"/>
              <a:gd name="connsiteY76" fmla="*/ 2994250 h 3193741"/>
              <a:gd name="connsiteX77" fmla="*/ 811593 w 5470628"/>
              <a:gd name="connsiteY77" fmla="*/ 2970498 h 3193741"/>
              <a:gd name="connsiteX78" fmla="*/ 707024 w 5470628"/>
              <a:gd name="connsiteY78" fmla="*/ 2945439 h 3193741"/>
              <a:gd name="connsiteX79" fmla="*/ 523487 w 5470628"/>
              <a:gd name="connsiteY79" fmla="*/ 2886053 h 3193741"/>
              <a:gd name="connsiteX80" fmla="*/ 587884 w 5470628"/>
              <a:gd name="connsiteY80" fmla="*/ 2859746 h 3193741"/>
              <a:gd name="connsiteX81" fmla="*/ 779426 w 5470628"/>
              <a:gd name="connsiteY81" fmla="*/ 2885897 h 3193741"/>
              <a:gd name="connsiteX82" fmla="*/ 917288 w 5470628"/>
              <a:gd name="connsiteY82" fmla="*/ 2882248 h 3193741"/>
              <a:gd name="connsiteX83" fmla="*/ 718684 w 5470628"/>
              <a:gd name="connsiteY83" fmla="*/ 2819941 h 3193741"/>
              <a:gd name="connsiteX84" fmla="*/ 524650 w 5470628"/>
              <a:gd name="connsiteY84" fmla="*/ 2731220 h 3193741"/>
              <a:gd name="connsiteX85" fmla="*/ 670138 w 5470628"/>
              <a:gd name="connsiteY85" fmla="*/ 2735189 h 3193741"/>
              <a:gd name="connsiteX86" fmla="*/ 675382 w 5470628"/>
              <a:gd name="connsiteY86" fmla="*/ 2719369 h 3193741"/>
              <a:gd name="connsiteX87" fmla="*/ 542021 w 5470628"/>
              <a:gd name="connsiteY87" fmla="*/ 2601946 h 3193741"/>
              <a:gd name="connsiteX88" fmla="*/ 476895 w 5470628"/>
              <a:gd name="connsiteY88" fmla="*/ 2555976 h 3193741"/>
              <a:gd name="connsiteX89" fmla="*/ 188751 w 5470628"/>
              <a:gd name="connsiteY89" fmla="*/ 2428830 h 3193741"/>
              <a:gd name="connsiteX90" fmla="*/ 456762 w 5470628"/>
              <a:gd name="connsiteY90" fmla="*/ 2468731 h 3193741"/>
              <a:gd name="connsiteX91" fmla="*/ 174514 w 5470628"/>
              <a:gd name="connsiteY91" fmla="*/ 2345378 h 3193741"/>
              <a:gd name="connsiteX92" fmla="*/ 38827 w 5470628"/>
              <a:gd name="connsiteY92" fmla="*/ 2303685 h 3193741"/>
              <a:gd name="connsiteX93" fmla="*/ 3281 w 5470628"/>
              <a:gd name="connsiteY93" fmla="*/ 2273587 h 3193741"/>
              <a:gd name="connsiteX94" fmla="*/ 61590 w 5470628"/>
              <a:gd name="connsiteY94" fmla="*/ 2259170 h 3193741"/>
              <a:gd name="connsiteX95" fmla="*/ 242291 w 5470628"/>
              <a:gd name="connsiteY95" fmla="*/ 2250569 h 3193741"/>
              <a:gd name="connsiteX96" fmla="*/ 13205 w 5470628"/>
              <a:gd name="connsiteY96" fmla="*/ 2172263 h 3193741"/>
              <a:gd name="connsiteX97" fmla="*/ 180810 w 5470628"/>
              <a:gd name="connsiteY97" fmla="*/ 2168333 h 3193741"/>
              <a:gd name="connsiteX98" fmla="*/ 226020 w 5470628"/>
              <a:gd name="connsiteY98" fmla="*/ 2121100 h 3193741"/>
              <a:gd name="connsiteX99" fmla="*/ 299145 w 5470628"/>
              <a:gd name="connsiteY99" fmla="*/ 2044862 h 3193741"/>
              <a:gd name="connsiteX100" fmla="*/ 350236 w 5470628"/>
              <a:gd name="connsiteY100" fmla="*/ 2001187 h 3193741"/>
              <a:gd name="connsiteX101" fmla="*/ 365223 w 5470628"/>
              <a:gd name="connsiteY101" fmla="*/ 1881218 h 3193741"/>
              <a:gd name="connsiteX102" fmla="*/ 310707 w 5470628"/>
              <a:gd name="connsiteY102" fmla="*/ 1758752 h 3193741"/>
              <a:gd name="connsiteX103" fmla="*/ 181659 w 5470628"/>
              <a:gd name="connsiteY103" fmla="*/ 1709137 h 3193741"/>
              <a:gd name="connsiteX104" fmla="*/ 213063 w 5470628"/>
              <a:gd name="connsiteY104" fmla="*/ 1632021 h 3193741"/>
              <a:gd name="connsiteX105" fmla="*/ 481390 w 5470628"/>
              <a:gd name="connsiteY105" fmla="*/ 1644125 h 3193741"/>
              <a:gd name="connsiteX106" fmla="*/ 68930 w 5470628"/>
              <a:gd name="connsiteY106" fmla="*/ 1457537 h 3193741"/>
              <a:gd name="connsiteX107" fmla="*/ 135138 w 5470628"/>
              <a:gd name="connsiteY107" fmla="*/ 1440976 h 3193741"/>
              <a:gd name="connsiteX108" fmla="*/ 131611 w 5470628"/>
              <a:gd name="connsiteY108" fmla="*/ 1427642 h 3193741"/>
              <a:gd name="connsiteX109" fmla="*/ 130443 w 5470628"/>
              <a:gd name="connsiteY109" fmla="*/ 1343795 h 3193741"/>
              <a:gd name="connsiteX110" fmla="*/ 138930 w 5470628"/>
              <a:gd name="connsiteY110" fmla="*/ 1304094 h 3193741"/>
              <a:gd name="connsiteX111" fmla="*/ 118409 w 5470628"/>
              <a:gd name="connsiteY111" fmla="*/ 1262212 h 3193741"/>
              <a:gd name="connsiteX112" fmla="*/ 421410 w 5470628"/>
              <a:gd name="connsiteY112" fmla="*/ 1304757 h 3193741"/>
              <a:gd name="connsiteX113" fmla="*/ 655702 w 5470628"/>
              <a:gd name="connsiteY113" fmla="*/ 1291801 h 3193741"/>
              <a:gd name="connsiteX114" fmla="*/ 648299 w 5470628"/>
              <a:gd name="connsiteY114" fmla="*/ 1287715 h 3193741"/>
              <a:gd name="connsiteX115" fmla="*/ 531027 w 5470628"/>
              <a:gd name="connsiteY115" fmla="*/ 1193967 h 3193741"/>
              <a:gd name="connsiteX116" fmla="*/ 526433 w 5470628"/>
              <a:gd name="connsiteY116" fmla="*/ 1191913 h 3193741"/>
              <a:gd name="connsiteX117" fmla="*/ 504666 w 5470628"/>
              <a:gd name="connsiteY117" fmla="*/ 1177230 h 3193741"/>
              <a:gd name="connsiteX118" fmla="*/ 482307 w 5470628"/>
              <a:gd name="connsiteY118" fmla="*/ 1162618 h 3193741"/>
              <a:gd name="connsiteX119" fmla="*/ 479029 w 5470628"/>
              <a:gd name="connsiteY119" fmla="*/ 1162540 h 3193741"/>
              <a:gd name="connsiteX120" fmla="*/ 447663 w 5470628"/>
              <a:gd name="connsiteY120" fmla="*/ 1132649 h 3193741"/>
              <a:gd name="connsiteX121" fmla="*/ 438547 w 5470628"/>
              <a:gd name="connsiteY121" fmla="*/ 1110977 h 3193741"/>
              <a:gd name="connsiteX122" fmla="*/ 405343 w 5470628"/>
              <a:gd name="connsiteY122" fmla="*/ 1089612 h 3193741"/>
              <a:gd name="connsiteX123" fmla="*/ 371373 w 5470628"/>
              <a:gd name="connsiteY123" fmla="*/ 1070238 h 3193741"/>
              <a:gd name="connsiteX124" fmla="*/ 290358 w 5470628"/>
              <a:gd name="connsiteY124" fmla="*/ 1059884 h 3193741"/>
              <a:gd name="connsiteX125" fmla="*/ 235140 w 5470628"/>
              <a:gd name="connsiteY125" fmla="*/ 1029322 h 3193741"/>
              <a:gd name="connsiteX126" fmla="*/ 300494 w 5470628"/>
              <a:gd name="connsiteY126" fmla="*/ 1032083 h 3193741"/>
              <a:gd name="connsiteX127" fmla="*/ 239661 w 5470628"/>
              <a:gd name="connsiteY127" fmla="*/ 997457 h 3193741"/>
              <a:gd name="connsiteX128" fmla="*/ 204788 w 5470628"/>
              <a:gd name="connsiteY128" fmla="*/ 959211 h 3193741"/>
              <a:gd name="connsiteX129" fmla="*/ 207583 w 5470628"/>
              <a:gd name="connsiteY129" fmla="*/ 947009 h 3193741"/>
              <a:gd name="connsiteX130" fmla="*/ 223061 w 5470628"/>
              <a:gd name="connsiteY130" fmla="*/ 947033 h 3193741"/>
              <a:gd name="connsiteX131" fmla="*/ 280015 w 5470628"/>
              <a:gd name="connsiteY131" fmla="*/ 972164 h 3193741"/>
              <a:gd name="connsiteX132" fmla="*/ 353948 w 5470628"/>
              <a:gd name="connsiteY132" fmla="*/ 1006865 h 3193741"/>
              <a:gd name="connsiteX133" fmla="*/ 240466 w 5470628"/>
              <a:gd name="connsiteY133" fmla="*/ 939943 h 3193741"/>
              <a:gd name="connsiteX134" fmla="*/ 158812 w 5470628"/>
              <a:gd name="connsiteY134" fmla="*/ 891467 h 3193741"/>
              <a:gd name="connsiteX135" fmla="*/ 139551 w 5470628"/>
              <a:gd name="connsiteY135" fmla="*/ 855364 h 3193741"/>
              <a:gd name="connsiteX136" fmla="*/ 145731 w 5470628"/>
              <a:gd name="connsiteY136" fmla="*/ 844888 h 3193741"/>
              <a:gd name="connsiteX137" fmla="*/ 158154 w 5470628"/>
              <a:gd name="connsiteY137" fmla="*/ 848366 h 3193741"/>
              <a:gd name="connsiteX138" fmla="*/ 169370 w 5470628"/>
              <a:gd name="connsiteY138" fmla="*/ 856260 h 3193741"/>
              <a:gd name="connsiteX139" fmla="*/ 288295 w 5470628"/>
              <a:gd name="connsiteY139" fmla="*/ 915169 h 3193741"/>
              <a:gd name="connsiteX140" fmla="*/ 462694 w 5470628"/>
              <a:gd name="connsiteY140" fmla="*/ 994643 h 3193741"/>
              <a:gd name="connsiteX141" fmla="*/ 531910 w 5470628"/>
              <a:gd name="connsiteY141" fmla="*/ 1006664 h 3193741"/>
              <a:gd name="connsiteX142" fmla="*/ 333940 w 5470628"/>
              <a:gd name="connsiteY142" fmla="*/ 893507 h 3193741"/>
              <a:gd name="connsiteX143" fmla="*/ 181443 w 5470628"/>
              <a:gd name="connsiteY143" fmla="*/ 746608 h 3193741"/>
              <a:gd name="connsiteX144" fmla="*/ 162678 w 5470628"/>
              <a:gd name="connsiteY144" fmla="*/ 737018 h 3193741"/>
              <a:gd name="connsiteX145" fmla="*/ 156307 w 5470628"/>
              <a:gd name="connsiteY145" fmla="*/ 730435 h 3193741"/>
              <a:gd name="connsiteX146" fmla="*/ 117227 w 5470628"/>
              <a:gd name="connsiteY146" fmla="*/ 677515 h 3193741"/>
              <a:gd name="connsiteX147" fmla="*/ 113655 w 5470628"/>
              <a:gd name="connsiteY147" fmla="*/ 663474 h 3193741"/>
              <a:gd name="connsiteX148" fmla="*/ 115226 w 5470628"/>
              <a:gd name="connsiteY148" fmla="*/ 636712 h 3193741"/>
              <a:gd name="connsiteX149" fmla="*/ 105067 w 5470628"/>
              <a:gd name="connsiteY149" fmla="*/ 622046 h 3193741"/>
              <a:gd name="connsiteX150" fmla="*/ 104113 w 5470628"/>
              <a:gd name="connsiteY150" fmla="*/ 611722 h 3193741"/>
              <a:gd name="connsiteX151" fmla="*/ 118895 w 5470628"/>
              <a:gd name="connsiteY151" fmla="*/ 610169 h 3193741"/>
              <a:gd name="connsiteX152" fmla="*/ 163095 w 5470628"/>
              <a:gd name="connsiteY152" fmla="*/ 640642 h 3193741"/>
              <a:gd name="connsiteX153" fmla="*/ 185766 w 5470628"/>
              <a:gd name="connsiteY153" fmla="*/ 641454 h 3193741"/>
              <a:gd name="connsiteX154" fmla="*/ 212892 w 5470628"/>
              <a:gd name="connsiteY154" fmla="*/ 637457 h 3193741"/>
              <a:gd name="connsiteX155" fmla="*/ 223932 w 5470628"/>
              <a:gd name="connsiteY155" fmla="*/ 647271 h 3193741"/>
              <a:gd name="connsiteX156" fmla="*/ 287167 w 5470628"/>
              <a:gd name="connsiteY156" fmla="*/ 691571 h 3193741"/>
              <a:gd name="connsiteX157" fmla="*/ 330380 w 5470628"/>
              <a:gd name="connsiteY157" fmla="*/ 692506 h 3193741"/>
              <a:gd name="connsiteX158" fmla="*/ 296172 w 5470628"/>
              <a:gd name="connsiteY158" fmla="*/ 688108 h 3193741"/>
              <a:gd name="connsiteX159" fmla="*/ 286974 w 5470628"/>
              <a:gd name="connsiteY159" fmla="*/ 674512 h 3193741"/>
              <a:gd name="connsiteX160" fmla="*/ 286166 w 5470628"/>
              <a:gd name="connsiteY160" fmla="*/ 661798 h 3193741"/>
              <a:gd name="connsiteX161" fmla="*/ 236268 w 5470628"/>
              <a:gd name="connsiteY161" fmla="*/ 635338 h 3193741"/>
              <a:gd name="connsiteX162" fmla="*/ 231734 w 5470628"/>
              <a:gd name="connsiteY162" fmla="*/ 634225 h 3193741"/>
              <a:gd name="connsiteX163" fmla="*/ 221253 w 5470628"/>
              <a:gd name="connsiteY163" fmla="*/ 623870 h 3193741"/>
              <a:gd name="connsiteX164" fmla="*/ 237564 w 5470628"/>
              <a:gd name="connsiteY164" fmla="*/ 613590 h 3193741"/>
              <a:gd name="connsiteX165" fmla="*/ 282259 w 5470628"/>
              <a:gd name="connsiteY165" fmla="*/ 619091 h 3193741"/>
              <a:gd name="connsiteX166" fmla="*/ 370630 w 5470628"/>
              <a:gd name="connsiteY166" fmla="*/ 665566 h 3193741"/>
              <a:gd name="connsiteX167" fmla="*/ 498017 w 5470628"/>
              <a:gd name="connsiteY167" fmla="*/ 740532 h 3193741"/>
              <a:gd name="connsiteX168" fmla="*/ 918036 w 5470628"/>
              <a:gd name="connsiteY168" fmla="*/ 924307 h 3193741"/>
              <a:gd name="connsiteX169" fmla="*/ 1079304 w 5470628"/>
              <a:gd name="connsiteY169" fmla="*/ 984494 h 3193741"/>
              <a:gd name="connsiteX170" fmla="*/ 1079935 w 5470628"/>
              <a:gd name="connsiteY170" fmla="*/ 980383 h 3193741"/>
              <a:gd name="connsiteX171" fmla="*/ 1079695 w 5470628"/>
              <a:gd name="connsiteY171" fmla="*/ 976616 h 3193741"/>
              <a:gd name="connsiteX172" fmla="*/ 966178 w 5470628"/>
              <a:gd name="connsiteY172" fmla="*/ 937219 h 3193741"/>
              <a:gd name="connsiteX173" fmla="*/ 720106 w 5470628"/>
              <a:gd name="connsiteY173" fmla="*/ 807112 h 3193741"/>
              <a:gd name="connsiteX174" fmla="*/ 698823 w 5470628"/>
              <a:gd name="connsiteY174" fmla="*/ 804708 h 3193741"/>
              <a:gd name="connsiteX175" fmla="*/ 664513 w 5470628"/>
              <a:gd name="connsiteY175" fmla="*/ 784663 h 3193741"/>
              <a:gd name="connsiteX176" fmla="*/ 660380 w 5470628"/>
              <a:gd name="connsiteY176" fmla="*/ 771165 h 3193741"/>
              <a:gd name="connsiteX177" fmla="*/ 584959 w 5470628"/>
              <a:gd name="connsiteY177" fmla="*/ 722409 h 3193741"/>
              <a:gd name="connsiteX178" fmla="*/ 435649 w 5470628"/>
              <a:gd name="connsiteY178" fmla="*/ 639659 h 3193741"/>
              <a:gd name="connsiteX179" fmla="*/ 404944 w 5470628"/>
              <a:gd name="connsiteY179" fmla="*/ 606128 h 3193741"/>
              <a:gd name="connsiteX180" fmla="*/ 408476 w 5470628"/>
              <a:gd name="connsiteY180" fmla="*/ 591466 h 3193741"/>
              <a:gd name="connsiteX181" fmla="*/ 425225 w 5470628"/>
              <a:gd name="connsiteY181" fmla="*/ 592759 h 3193741"/>
              <a:gd name="connsiteX182" fmla="*/ 487115 w 5470628"/>
              <a:gd name="connsiteY182" fmla="*/ 620614 h 3193741"/>
              <a:gd name="connsiteX183" fmla="*/ 550277 w 5470628"/>
              <a:gd name="connsiteY183" fmla="*/ 649738 h 3193741"/>
              <a:gd name="connsiteX184" fmla="*/ 544421 w 5470628"/>
              <a:gd name="connsiteY184" fmla="*/ 641907 h 3193741"/>
              <a:gd name="connsiteX185" fmla="*/ 431905 w 5470628"/>
              <a:gd name="connsiteY185" fmla="*/ 580799 h 3193741"/>
              <a:gd name="connsiteX186" fmla="*/ 351177 w 5470628"/>
              <a:gd name="connsiteY186" fmla="*/ 528177 h 3193741"/>
              <a:gd name="connsiteX187" fmla="*/ 339749 w 5470628"/>
              <a:gd name="connsiteY187" fmla="*/ 498244 h 3193741"/>
              <a:gd name="connsiteX188" fmla="*/ 346313 w 5470628"/>
              <a:gd name="connsiteY188" fmla="*/ 489145 h 3193741"/>
              <a:gd name="connsiteX189" fmla="*/ 356579 w 5470628"/>
              <a:gd name="connsiteY189" fmla="*/ 491460 h 3193741"/>
              <a:gd name="connsiteX190" fmla="*/ 371505 w 5470628"/>
              <a:gd name="connsiteY190" fmla="*/ 501516 h 3193741"/>
              <a:gd name="connsiteX191" fmla="*/ 476275 w 5470628"/>
              <a:gd name="connsiteY191" fmla="*/ 553122 h 3193741"/>
              <a:gd name="connsiteX192" fmla="*/ 649952 w 5470628"/>
              <a:gd name="connsiteY192" fmla="*/ 635294 h 3193741"/>
              <a:gd name="connsiteX193" fmla="*/ 727161 w 5470628"/>
              <a:gd name="connsiteY193" fmla="*/ 651328 h 3193741"/>
              <a:gd name="connsiteX194" fmla="*/ 722417 w 5470628"/>
              <a:gd name="connsiteY194" fmla="*/ 646921 h 3193741"/>
              <a:gd name="connsiteX195" fmla="*/ 546079 w 5470628"/>
              <a:gd name="connsiteY195" fmla="*/ 546328 h 3193741"/>
              <a:gd name="connsiteX196" fmla="*/ 378182 w 5470628"/>
              <a:gd name="connsiteY196" fmla="*/ 386585 h 3193741"/>
              <a:gd name="connsiteX197" fmla="*/ 370158 w 5470628"/>
              <a:gd name="connsiteY197" fmla="*/ 382100 h 3193741"/>
              <a:gd name="connsiteX198" fmla="*/ 357861 w 5470628"/>
              <a:gd name="connsiteY198" fmla="*/ 371252 h 3193741"/>
              <a:gd name="connsiteX199" fmla="*/ 331313 w 5470628"/>
              <a:gd name="connsiteY199" fmla="*/ 328203 h 3193741"/>
              <a:gd name="connsiteX200" fmla="*/ 319354 w 5470628"/>
              <a:gd name="connsiteY200" fmla="*/ 299282 h 3193741"/>
              <a:gd name="connsiteX201" fmla="*/ 319682 w 5470628"/>
              <a:gd name="connsiteY201" fmla="*/ 285719 h 3193741"/>
              <a:gd name="connsiteX202" fmla="*/ 306391 w 5470628"/>
              <a:gd name="connsiteY202" fmla="*/ 268585 h 3193741"/>
              <a:gd name="connsiteX203" fmla="*/ 303294 w 5470628"/>
              <a:gd name="connsiteY203" fmla="*/ 257334 h 3193741"/>
              <a:gd name="connsiteX204" fmla="*/ 319242 w 5470628"/>
              <a:gd name="connsiteY204" fmla="*/ 255403 h 3193741"/>
              <a:gd name="connsiteX205" fmla="*/ 364093 w 5470628"/>
              <a:gd name="connsiteY205" fmla="*/ 286745 h 3193741"/>
              <a:gd name="connsiteX206" fmla="*/ 385301 w 5470628"/>
              <a:gd name="connsiteY206" fmla="*/ 287973 h 3193741"/>
              <a:gd name="connsiteX207" fmla="*/ 417598 w 5470628"/>
              <a:gd name="connsiteY207" fmla="*/ 285722 h 3193741"/>
              <a:gd name="connsiteX208" fmla="*/ 440155 w 5470628"/>
              <a:gd name="connsiteY208" fmla="*/ 308139 h 3193741"/>
              <a:gd name="connsiteX209" fmla="*/ 534406 w 5470628"/>
              <a:gd name="connsiteY209" fmla="*/ 339430 h 3193741"/>
              <a:gd name="connsiteX210" fmla="*/ 495633 w 5470628"/>
              <a:gd name="connsiteY210" fmla="*/ 333450 h 3193741"/>
              <a:gd name="connsiteX211" fmla="*/ 486289 w 5470628"/>
              <a:gd name="connsiteY211" fmla="*/ 322243 h 3193741"/>
              <a:gd name="connsiteX212" fmla="*/ 484000 w 5470628"/>
              <a:gd name="connsiteY212" fmla="*/ 304964 h 3193741"/>
              <a:gd name="connsiteX213" fmla="*/ 436911 w 5470628"/>
              <a:gd name="connsiteY213" fmla="*/ 280536 h 3193741"/>
              <a:gd name="connsiteX214" fmla="*/ 426865 w 5470628"/>
              <a:gd name="connsiteY214" fmla="*/ 277007 h 3193741"/>
              <a:gd name="connsiteX215" fmla="*/ 420654 w 5470628"/>
              <a:gd name="connsiteY215" fmla="*/ 268269 h 3193741"/>
              <a:gd name="connsiteX216" fmla="*/ 432329 w 5470628"/>
              <a:gd name="connsiteY216" fmla="*/ 259975 h 3193741"/>
              <a:gd name="connsiteX217" fmla="*/ 447672 w 5470628"/>
              <a:gd name="connsiteY217" fmla="*/ 257879 h 3193741"/>
              <a:gd name="connsiteX218" fmla="*/ 502242 w 5470628"/>
              <a:gd name="connsiteY218" fmla="*/ 273572 h 3193741"/>
              <a:gd name="connsiteX219" fmla="*/ 659874 w 5470628"/>
              <a:gd name="connsiteY219" fmla="*/ 365516 h 3193741"/>
              <a:gd name="connsiteX220" fmla="*/ 829177 w 5470628"/>
              <a:gd name="connsiteY220" fmla="*/ 444421 h 3193741"/>
              <a:gd name="connsiteX221" fmla="*/ 1231903 w 5470628"/>
              <a:gd name="connsiteY221" fmla="*/ 613682 h 3193741"/>
              <a:gd name="connsiteX222" fmla="*/ 1911736 w 5470628"/>
              <a:gd name="connsiteY222" fmla="*/ 685084 h 3193741"/>
              <a:gd name="connsiteX223" fmla="*/ 2564313 w 5470628"/>
              <a:gd name="connsiteY223" fmla="*/ 632143 h 3193741"/>
              <a:gd name="connsiteX224" fmla="*/ 2657304 w 5470628"/>
              <a:gd name="connsiteY224" fmla="*/ 624913 h 3193741"/>
              <a:gd name="connsiteX225" fmla="*/ 4235818 w 5470628"/>
              <a:gd name="connsiteY225" fmla="*/ 259339 h 3193741"/>
              <a:gd name="connsiteX226" fmla="*/ 4460331 w 5470628"/>
              <a:gd name="connsiteY226" fmla="*/ 176864 h 3193741"/>
              <a:gd name="connsiteX227" fmla="*/ 4499578 w 5470628"/>
              <a:gd name="connsiteY227" fmla="*/ 186791 h 3193741"/>
              <a:gd name="connsiteX228" fmla="*/ 4514640 w 5470628"/>
              <a:gd name="connsiteY228" fmla="*/ 188841 h 3193741"/>
              <a:gd name="connsiteX229" fmla="*/ 4516523 w 5470628"/>
              <a:gd name="connsiteY229" fmla="*/ 189988 h 3193741"/>
              <a:gd name="connsiteX230" fmla="*/ 4518126 w 5470628"/>
              <a:gd name="connsiteY230" fmla="*/ 189316 h 3193741"/>
              <a:gd name="connsiteX231" fmla="*/ 4514640 w 5470628"/>
              <a:gd name="connsiteY231" fmla="*/ 188841 h 3193741"/>
              <a:gd name="connsiteX232" fmla="*/ 4511569 w 5470628"/>
              <a:gd name="connsiteY232" fmla="*/ 186970 h 3193741"/>
              <a:gd name="connsiteX233" fmla="*/ 4510888 w 5470628"/>
              <a:gd name="connsiteY233" fmla="*/ 180943 h 3193741"/>
              <a:gd name="connsiteX234" fmla="*/ 4531865 w 5470628"/>
              <a:gd name="connsiteY234" fmla="*/ 155151 h 3193741"/>
              <a:gd name="connsiteX235" fmla="*/ 4573441 w 5470628"/>
              <a:gd name="connsiteY235" fmla="*/ 139676 h 3193741"/>
              <a:gd name="connsiteX236" fmla="*/ 4594964 w 5470628"/>
              <a:gd name="connsiteY236" fmla="*/ 145847 h 3193741"/>
              <a:gd name="connsiteX237" fmla="*/ 4623059 w 5470628"/>
              <a:gd name="connsiteY237" fmla="*/ 152410 h 3193741"/>
              <a:gd name="connsiteX238" fmla="*/ 4748356 w 5470628"/>
              <a:gd name="connsiteY238" fmla="*/ 68192 h 3193741"/>
              <a:gd name="connsiteX239" fmla="*/ 4833812 w 5470628"/>
              <a:gd name="connsiteY239" fmla="*/ 8017 h 3193741"/>
              <a:gd name="connsiteX240" fmla="*/ 4850908 w 5470628"/>
              <a:gd name="connsiteY240" fmla="*/ 727 h 31937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</a:cxnLst>
            <a:rect l="l" t="t" r="r" b="b"/>
            <a:pathLst>
              <a:path w="5470628" h="3193741">
                <a:moveTo>
                  <a:pt x="5462602" y="1413608"/>
                </a:moveTo>
                <a:lnTo>
                  <a:pt x="5465724" y="1421881"/>
                </a:lnTo>
                <a:cubicBezTo>
                  <a:pt x="5472118" y="1444281"/>
                  <a:pt x="5472640" y="1461744"/>
                  <a:pt x="5465025" y="1466556"/>
                </a:cubicBezTo>
                <a:lnTo>
                  <a:pt x="5463208" y="1466226"/>
                </a:lnTo>
                <a:lnTo>
                  <a:pt x="5463242" y="1451866"/>
                </a:lnTo>
                <a:cubicBezTo>
                  <a:pt x="5463190" y="1441487"/>
                  <a:pt x="5463068" y="1431722"/>
                  <a:pt x="5462894" y="1423194"/>
                </a:cubicBezTo>
                <a:close/>
                <a:moveTo>
                  <a:pt x="5461417" y="1391849"/>
                </a:moveTo>
                <a:cubicBezTo>
                  <a:pt x="5461710" y="1392940"/>
                  <a:pt x="5461992" y="1396513"/>
                  <a:pt x="5462246" y="1401944"/>
                </a:cubicBezTo>
                <a:lnTo>
                  <a:pt x="5462602" y="1413608"/>
                </a:lnTo>
                <a:lnTo>
                  <a:pt x="5459078" y="1404268"/>
                </a:lnTo>
                <a:lnTo>
                  <a:pt x="5460137" y="1393780"/>
                </a:lnTo>
                <a:cubicBezTo>
                  <a:pt x="5460561" y="1391114"/>
                  <a:pt x="5460982" y="1390270"/>
                  <a:pt x="5461417" y="1391849"/>
                </a:cubicBezTo>
                <a:close/>
                <a:moveTo>
                  <a:pt x="614271" y="1052206"/>
                </a:moveTo>
                <a:cubicBezTo>
                  <a:pt x="613444" y="1053256"/>
                  <a:pt x="612323" y="1054339"/>
                  <a:pt x="611497" y="1055389"/>
                </a:cubicBezTo>
                <a:cubicBezTo>
                  <a:pt x="617673" y="1058912"/>
                  <a:pt x="624115" y="1061928"/>
                  <a:pt x="630277" y="1065215"/>
                </a:cubicBezTo>
                <a:cubicBezTo>
                  <a:pt x="637469" y="1066004"/>
                  <a:pt x="644958" y="1066759"/>
                  <a:pt x="651856" y="1067584"/>
                </a:cubicBezTo>
                <a:cubicBezTo>
                  <a:pt x="639327" y="1062458"/>
                  <a:pt x="626799" y="1057332"/>
                  <a:pt x="614271" y="1052206"/>
                </a:cubicBezTo>
                <a:close/>
                <a:moveTo>
                  <a:pt x="810628" y="695550"/>
                </a:moveTo>
                <a:cubicBezTo>
                  <a:pt x="873537" y="739416"/>
                  <a:pt x="951215" y="767494"/>
                  <a:pt x="1033084" y="791270"/>
                </a:cubicBezTo>
                <a:cubicBezTo>
                  <a:pt x="1034205" y="790184"/>
                  <a:pt x="1035031" y="789136"/>
                  <a:pt x="1036153" y="788050"/>
                </a:cubicBezTo>
                <a:cubicBezTo>
                  <a:pt x="960983" y="757296"/>
                  <a:pt x="885798" y="726306"/>
                  <a:pt x="810628" y="695550"/>
                </a:cubicBezTo>
                <a:close/>
                <a:moveTo>
                  <a:pt x="4850908" y="727"/>
                </a:moveTo>
                <a:cubicBezTo>
                  <a:pt x="4858191" y="2929"/>
                  <a:pt x="4860543" y="7152"/>
                  <a:pt x="4858584" y="13795"/>
                </a:cubicBezTo>
                <a:cubicBezTo>
                  <a:pt x="4855845" y="22194"/>
                  <a:pt x="4850092" y="30008"/>
                  <a:pt x="4843408" y="37224"/>
                </a:cubicBezTo>
                <a:cubicBezTo>
                  <a:pt x="4812232" y="71132"/>
                  <a:pt x="4827067" y="79774"/>
                  <a:pt x="4871062" y="78954"/>
                </a:cubicBezTo>
                <a:cubicBezTo>
                  <a:pt x="4910302" y="78234"/>
                  <a:pt x="4949507" y="72299"/>
                  <a:pt x="4989038" y="66799"/>
                </a:cubicBezTo>
                <a:cubicBezTo>
                  <a:pt x="5008500" y="63967"/>
                  <a:pt x="5009491" y="65509"/>
                  <a:pt x="5002636" y="79388"/>
                </a:cubicBezTo>
                <a:cubicBezTo>
                  <a:pt x="4991594" y="102315"/>
                  <a:pt x="4990844" y="123285"/>
                  <a:pt x="5008332" y="140859"/>
                </a:cubicBezTo>
                <a:cubicBezTo>
                  <a:pt x="5012456" y="144868"/>
                  <a:pt x="5015428" y="149491"/>
                  <a:pt x="5014326" y="155555"/>
                </a:cubicBezTo>
                <a:cubicBezTo>
                  <a:pt x="5009356" y="180357"/>
                  <a:pt x="5019874" y="200674"/>
                  <a:pt x="5030704" y="221190"/>
                </a:cubicBezTo>
                <a:cubicBezTo>
                  <a:pt x="5048958" y="255517"/>
                  <a:pt x="5072099" y="287116"/>
                  <a:pt x="5097262" y="317759"/>
                </a:cubicBezTo>
                <a:cubicBezTo>
                  <a:pt x="5115004" y="339336"/>
                  <a:pt x="5126222" y="365974"/>
                  <a:pt x="5165084" y="373367"/>
                </a:cubicBezTo>
                <a:cubicBezTo>
                  <a:pt x="5174420" y="375083"/>
                  <a:pt x="5177498" y="381353"/>
                  <a:pt x="5174137" y="389353"/>
                </a:cubicBezTo>
                <a:cubicBezTo>
                  <a:pt x="5163026" y="415847"/>
                  <a:pt x="5172067" y="436343"/>
                  <a:pt x="5192507" y="453561"/>
                </a:cubicBezTo>
                <a:cubicBezTo>
                  <a:pt x="5199734" y="459565"/>
                  <a:pt x="5197020" y="463690"/>
                  <a:pt x="5187160" y="467732"/>
                </a:cubicBezTo>
                <a:cubicBezTo>
                  <a:pt x="5175836" y="472188"/>
                  <a:pt x="5167025" y="478711"/>
                  <a:pt x="5160106" y="486904"/>
                </a:cubicBezTo>
                <a:cubicBezTo>
                  <a:pt x="5148744" y="500143"/>
                  <a:pt x="5143396" y="514315"/>
                  <a:pt x="5138948" y="528614"/>
                </a:cubicBezTo>
                <a:cubicBezTo>
                  <a:pt x="5132042" y="551041"/>
                  <a:pt x="5123894" y="572670"/>
                  <a:pt x="5097016" y="589923"/>
                </a:cubicBezTo>
                <a:cubicBezTo>
                  <a:pt x="5089016" y="595163"/>
                  <a:pt x="5082598" y="601872"/>
                  <a:pt x="5075869" y="608381"/>
                </a:cubicBezTo>
                <a:cubicBezTo>
                  <a:pt x="5078016" y="614052"/>
                  <a:pt x="5083322" y="617918"/>
                  <a:pt x="5093172" y="618385"/>
                </a:cubicBezTo>
                <a:cubicBezTo>
                  <a:pt x="5155867" y="621469"/>
                  <a:pt x="5153088" y="652648"/>
                  <a:pt x="5153518" y="687474"/>
                </a:cubicBezTo>
                <a:cubicBezTo>
                  <a:pt x="5154177" y="730575"/>
                  <a:pt x="5118812" y="754787"/>
                  <a:pt x="5074984" y="776941"/>
                </a:cubicBezTo>
                <a:cubicBezTo>
                  <a:pt x="5059986" y="784451"/>
                  <a:pt x="5038116" y="786863"/>
                  <a:pt x="5033348" y="805473"/>
                </a:cubicBezTo>
                <a:cubicBezTo>
                  <a:pt x="5059529" y="819384"/>
                  <a:pt x="5089376" y="802009"/>
                  <a:pt x="5116847" y="803426"/>
                </a:cubicBezTo>
                <a:cubicBezTo>
                  <a:pt x="5139548" y="804709"/>
                  <a:pt x="5176330" y="798120"/>
                  <a:pt x="5147902" y="833118"/>
                </a:cubicBezTo>
                <a:cubicBezTo>
                  <a:pt x="5139626" y="843373"/>
                  <a:pt x="5150382" y="848714"/>
                  <a:pt x="5161665" y="848297"/>
                </a:cubicBezTo>
                <a:cubicBezTo>
                  <a:pt x="5253064" y="844106"/>
                  <a:pt x="5215170" y="912756"/>
                  <a:pt x="5246520" y="942412"/>
                </a:cubicBezTo>
                <a:cubicBezTo>
                  <a:pt x="5255359" y="950358"/>
                  <a:pt x="5247812" y="967405"/>
                  <a:pt x="5235368" y="972946"/>
                </a:cubicBezTo>
                <a:cubicBezTo>
                  <a:pt x="5156387" y="1008610"/>
                  <a:pt x="5149354" y="1071149"/>
                  <a:pt x="5113739" y="1128845"/>
                </a:cubicBezTo>
                <a:cubicBezTo>
                  <a:pt x="5157305" y="1144685"/>
                  <a:pt x="5208388" y="1143005"/>
                  <a:pt x="5255034" y="1151117"/>
                </a:cubicBezTo>
                <a:cubicBezTo>
                  <a:pt x="5303482" y="1159484"/>
                  <a:pt x="5304156" y="1170079"/>
                  <a:pt x="5267513" y="1216275"/>
                </a:cubicBezTo>
                <a:cubicBezTo>
                  <a:pt x="5370269" y="1212844"/>
                  <a:pt x="5370269" y="1212844"/>
                  <a:pt x="5343113" y="1281854"/>
                </a:cubicBezTo>
                <a:cubicBezTo>
                  <a:pt x="5386272" y="1279593"/>
                  <a:pt x="5428618" y="1334726"/>
                  <a:pt x="5452014" y="1385543"/>
                </a:cubicBezTo>
                <a:lnTo>
                  <a:pt x="5459078" y="1404268"/>
                </a:lnTo>
                <a:lnTo>
                  <a:pt x="5458838" y="1406644"/>
                </a:lnTo>
                <a:cubicBezTo>
                  <a:pt x="5457942" y="1418063"/>
                  <a:pt x="5456960" y="1434367"/>
                  <a:pt x="5455752" y="1450751"/>
                </a:cubicBezTo>
                <a:lnTo>
                  <a:pt x="5454594" y="1464662"/>
                </a:lnTo>
                <a:lnTo>
                  <a:pt x="5447215" y="1463321"/>
                </a:lnTo>
                <a:cubicBezTo>
                  <a:pt x="5441256" y="1459714"/>
                  <a:pt x="5437002" y="1458345"/>
                  <a:pt x="5433934" y="1458428"/>
                </a:cubicBezTo>
                <a:cubicBezTo>
                  <a:pt x="5424728" y="1458676"/>
                  <a:pt x="5426188" y="1471978"/>
                  <a:pt x="5424276" y="1477014"/>
                </a:cubicBezTo>
                <a:cubicBezTo>
                  <a:pt x="5417851" y="1492977"/>
                  <a:pt x="5433852" y="1501241"/>
                  <a:pt x="5444628" y="1511562"/>
                </a:cubicBezTo>
                <a:cubicBezTo>
                  <a:pt x="5448663" y="1515344"/>
                  <a:pt x="5451544" y="1497678"/>
                  <a:pt x="5453752" y="1474786"/>
                </a:cubicBezTo>
                <a:lnTo>
                  <a:pt x="5454594" y="1464662"/>
                </a:lnTo>
                <a:lnTo>
                  <a:pt x="5463208" y="1466226"/>
                </a:lnTo>
                <a:lnTo>
                  <a:pt x="5463164" y="1484226"/>
                </a:lnTo>
                <a:cubicBezTo>
                  <a:pt x="5462722" y="1528173"/>
                  <a:pt x="5460824" y="1571999"/>
                  <a:pt x="5456160" y="1575885"/>
                </a:cubicBezTo>
                <a:cubicBezTo>
                  <a:pt x="5406708" y="1617226"/>
                  <a:pt x="5442751" y="1692579"/>
                  <a:pt x="5345636" y="1714543"/>
                </a:cubicBezTo>
                <a:cubicBezTo>
                  <a:pt x="5301930" y="1724583"/>
                  <a:pt x="5282493" y="1755882"/>
                  <a:pt x="5251319" y="1775792"/>
                </a:cubicBezTo>
                <a:cubicBezTo>
                  <a:pt x="5142610" y="1844714"/>
                  <a:pt x="5072132" y="1925140"/>
                  <a:pt x="5043512" y="2027305"/>
                </a:cubicBezTo>
                <a:cubicBezTo>
                  <a:pt x="5035488" y="2055562"/>
                  <a:pt x="5000258" y="2081893"/>
                  <a:pt x="4978144" y="2108535"/>
                </a:cubicBezTo>
                <a:cubicBezTo>
                  <a:pt x="4990785" y="2124798"/>
                  <a:pt x="5050411" y="2079615"/>
                  <a:pt x="5031476" y="2128173"/>
                </a:cubicBezTo>
                <a:cubicBezTo>
                  <a:pt x="5017138" y="2164787"/>
                  <a:pt x="4975973" y="2191363"/>
                  <a:pt x="4937389" y="2216441"/>
                </a:cubicBezTo>
                <a:cubicBezTo>
                  <a:pt x="4893079" y="2245058"/>
                  <a:pt x="4843760" y="2269776"/>
                  <a:pt x="4826122" y="2315331"/>
                </a:cubicBezTo>
                <a:cubicBezTo>
                  <a:pt x="4822276" y="2325050"/>
                  <a:pt x="3896510" y="3112888"/>
                  <a:pt x="2544647" y="3190975"/>
                </a:cubicBezTo>
                <a:cubicBezTo>
                  <a:pt x="2323734" y="3203734"/>
                  <a:pt x="1445947" y="3169121"/>
                  <a:pt x="1328257" y="3153006"/>
                </a:cubicBezTo>
                <a:cubicBezTo>
                  <a:pt x="1207258" y="3136344"/>
                  <a:pt x="1101756" y="3091943"/>
                  <a:pt x="977943" y="3082502"/>
                </a:cubicBezTo>
                <a:cubicBezTo>
                  <a:pt x="912454" y="3077622"/>
                  <a:pt x="848655" y="3061861"/>
                  <a:pt x="854473" y="2994250"/>
                </a:cubicBezTo>
                <a:cubicBezTo>
                  <a:pt x="856228" y="2975057"/>
                  <a:pt x="838125" y="2961827"/>
                  <a:pt x="811593" y="2970498"/>
                </a:cubicBezTo>
                <a:cubicBezTo>
                  <a:pt x="761454" y="2987010"/>
                  <a:pt x="736680" y="2962489"/>
                  <a:pt x="707024" y="2945439"/>
                </a:cubicBezTo>
                <a:cubicBezTo>
                  <a:pt x="654509" y="2915262"/>
                  <a:pt x="603913" y="2882480"/>
                  <a:pt x="523487" y="2886053"/>
                </a:cubicBezTo>
                <a:cubicBezTo>
                  <a:pt x="537017" y="2855468"/>
                  <a:pt x="563587" y="2856758"/>
                  <a:pt x="587884" y="2859746"/>
                </a:cubicBezTo>
                <a:cubicBezTo>
                  <a:pt x="652090" y="2867866"/>
                  <a:pt x="715235" y="2878012"/>
                  <a:pt x="779426" y="2885897"/>
                </a:cubicBezTo>
                <a:cubicBezTo>
                  <a:pt x="821123" y="2891048"/>
                  <a:pt x="863074" y="2900202"/>
                  <a:pt x="917288" y="2882248"/>
                </a:cubicBezTo>
                <a:cubicBezTo>
                  <a:pt x="866364" y="2830288"/>
                  <a:pt x="785092" y="2829930"/>
                  <a:pt x="718684" y="2819941"/>
                </a:cubicBezTo>
                <a:cubicBezTo>
                  <a:pt x="635747" y="2807447"/>
                  <a:pt x="584925" y="2771133"/>
                  <a:pt x="524650" y="2731220"/>
                </a:cubicBezTo>
                <a:cubicBezTo>
                  <a:pt x="584180" y="2712621"/>
                  <a:pt x="623299" y="2742760"/>
                  <a:pt x="670138" y="2735189"/>
                </a:cubicBezTo>
                <a:cubicBezTo>
                  <a:pt x="672406" y="2728745"/>
                  <a:pt x="675988" y="2719532"/>
                  <a:pt x="675382" y="2719369"/>
                </a:cubicBezTo>
                <a:cubicBezTo>
                  <a:pt x="596666" y="2703042"/>
                  <a:pt x="557844" y="2658869"/>
                  <a:pt x="542021" y="2601946"/>
                </a:cubicBezTo>
                <a:cubicBezTo>
                  <a:pt x="533902" y="2572560"/>
                  <a:pt x="505246" y="2566541"/>
                  <a:pt x="476895" y="2555976"/>
                </a:cubicBezTo>
                <a:cubicBezTo>
                  <a:pt x="377189" y="2518466"/>
                  <a:pt x="272496" y="2486779"/>
                  <a:pt x="188751" y="2428830"/>
                </a:cubicBezTo>
                <a:cubicBezTo>
                  <a:pt x="280875" y="2426687"/>
                  <a:pt x="357216" y="2461808"/>
                  <a:pt x="456762" y="2468731"/>
                </a:cubicBezTo>
                <a:cubicBezTo>
                  <a:pt x="373794" y="2404281"/>
                  <a:pt x="269816" y="2379152"/>
                  <a:pt x="174514" y="2345378"/>
                </a:cubicBezTo>
                <a:cubicBezTo>
                  <a:pt x="130977" y="2330009"/>
                  <a:pt x="90329" y="2308598"/>
                  <a:pt x="38827" y="2303685"/>
                </a:cubicBezTo>
                <a:cubicBezTo>
                  <a:pt x="20556" y="2301864"/>
                  <a:pt x="-10092" y="2297272"/>
                  <a:pt x="3281" y="2273587"/>
                </a:cubicBezTo>
                <a:cubicBezTo>
                  <a:pt x="14533" y="2253956"/>
                  <a:pt x="39095" y="2256437"/>
                  <a:pt x="61590" y="2259170"/>
                </a:cubicBezTo>
                <a:cubicBezTo>
                  <a:pt x="115591" y="2265916"/>
                  <a:pt x="170539" y="2259497"/>
                  <a:pt x="242291" y="2250569"/>
                </a:cubicBezTo>
                <a:cubicBezTo>
                  <a:pt x="178223" y="2197829"/>
                  <a:pt x="68904" y="2229102"/>
                  <a:pt x="13205" y="2172263"/>
                </a:cubicBezTo>
                <a:cubicBezTo>
                  <a:pt x="77196" y="2153598"/>
                  <a:pt x="128251" y="2170191"/>
                  <a:pt x="180810" y="2168333"/>
                </a:cubicBezTo>
                <a:cubicBezTo>
                  <a:pt x="228319" y="2166612"/>
                  <a:pt x="239444" y="2154350"/>
                  <a:pt x="226020" y="2121100"/>
                </a:cubicBezTo>
                <a:cubicBezTo>
                  <a:pt x="205165" y="2069293"/>
                  <a:pt x="229388" y="2038364"/>
                  <a:pt x="299145" y="2044862"/>
                </a:cubicBezTo>
                <a:cubicBezTo>
                  <a:pt x="363822" y="2051027"/>
                  <a:pt x="369032" y="2029991"/>
                  <a:pt x="350236" y="2001187"/>
                </a:cubicBezTo>
                <a:cubicBezTo>
                  <a:pt x="322862" y="1959187"/>
                  <a:pt x="348423" y="1921214"/>
                  <a:pt x="365223" y="1881218"/>
                </a:cubicBezTo>
                <a:cubicBezTo>
                  <a:pt x="390527" y="1820499"/>
                  <a:pt x="376326" y="1793748"/>
                  <a:pt x="310707" y="1758752"/>
                </a:cubicBezTo>
                <a:cubicBezTo>
                  <a:pt x="273754" y="1739265"/>
                  <a:pt x="234367" y="1723631"/>
                  <a:pt x="181659" y="1709137"/>
                </a:cubicBezTo>
                <a:cubicBezTo>
                  <a:pt x="299387" y="1683727"/>
                  <a:pt x="172918" y="1660608"/>
                  <a:pt x="213063" y="1632021"/>
                </a:cubicBezTo>
                <a:cubicBezTo>
                  <a:pt x="296030" y="1612244"/>
                  <a:pt x="369047" y="1679323"/>
                  <a:pt x="481390" y="1644125"/>
                </a:cubicBezTo>
                <a:cubicBezTo>
                  <a:pt x="336659" y="1595935"/>
                  <a:pt x="176348" y="1532074"/>
                  <a:pt x="68930" y="1457537"/>
                </a:cubicBezTo>
                <a:cubicBezTo>
                  <a:pt x="91299" y="1434897"/>
                  <a:pt x="115799" y="1450436"/>
                  <a:pt x="135138" y="1440976"/>
                </a:cubicBezTo>
                <a:cubicBezTo>
                  <a:pt x="133952" y="1436374"/>
                  <a:pt x="135290" y="1429332"/>
                  <a:pt x="131611" y="1427642"/>
                </a:cubicBezTo>
                <a:cubicBezTo>
                  <a:pt x="52402" y="1389548"/>
                  <a:pt x="51441" y="1388478"/>
                  <a:pt x="130443" y="1343795"/>
                </a:cubicBezTo>
                <a:cubicBezTo>
                  <a:pt x="158017" y="1328118"/>
                  <a:pt x="154966" y="1317573"/>
                  <a:pt x="138930" y="1304094"/>
                </a:cubicBezTo>
                <a:cubicBezTo>
                  <a:pt x="127608" y="1294551"/>
                  <a:pt x="113720" y="1286742"/>
                  <a:pt x="118409" y="1262212"/>
                </a:cubicBezTo>
                <a:cubicBezTo>
                  <a:pt x="164937" y="1287183"/>
                  <a:pt x="383505" y="1312432"/>
                  <a:pt x="421410" y="1304757"/>
                </a:cubicBezTo>
                <a:cubicBezTo>
                  <a:pt x="464009" y="1296037"/>
                  <a:pt x="610877" y="1288926"/>
                  <a:pt x="655702" y="1291801"/>
                </a:cubicBezTo>
                <a:cubicBezTo>
                  <a:pt x="653235" y="1290438"/>
                  <a:pt x="650767" y="1289077"/>
                  <a:pt x="648299" y="1287715"/>
                </a:cubicBezTo>
                <a:cubicBezTo>
                  <a:pt x="603999" y="1260339"/>
                  <a:pt x="559107" y="1233035"/>
                  <a:pt x="531027" y="1193967"/>
                </a:cubicBezTo>
                <a:cubicBezTo>
                  <a:pt x="529741" y="1192462"/>
                  <a:pt x="529061" y="1191120"/>
                  <a:pt x="526433" y="1191913"/>
                </a:cubicBezTo>
                <a:cubicBezTo>
                  <a:pt x="503415" y="1199684"/>
                  <a:pt x="505590" y="1187083"/>
                  <a:pt x="504666" y="1177230"/>
                </a:cubicBezTo>
                <a:cubicBezTo>
                  <a:pt x="503726" y="1167141"/>
                  <a:pt x="499378" y="1159602"/>
                  <a:pt x="482307" y="1162618"/>
                </a:cubicBezTo>
                <a:cubicBezTo>
                  <a:pt x="481421" y="1162726"/>
                  <a:pt x="480226" y="1162633"/>
                  <a:pt x="479029" y="1162540"/>
                </a:cubicBezTo>
                <a:cubicBezTo>
                  <a:pt x="470949" y="1161859"/>
                  <a:pt x="444139" y="1138059"/>
                  <a:pt x="447663" y="1132649"/>
                </a:cubicBezTo>
                <a:cubicBezTo>
                  <a:pt x="455539" y="1120781"/>
                  <a:pt x="446335" y="1116439"/>
                  <a:pt x="438547" y="1110977"/>
                </a:cubicBezTo>
                <a:cubicBezTo>
                  <a:pt x="427656" y="1103517"/>
                  <a:pt x="416795" y="1096529"/>
                  <a:pt x="405343" y="1089612"/>
                </a:cubicBezTo>
                <a:cubicBezTo>
                  <a:pt x="394202" y="1082895"/>
                  <a:pt x="382794" y="1076684"/>
                  <a:pt x="371373" y="1070238"/>
                </a:cubicBezTo>
                <a:cubicBezTo>
                  <a:pt x="344889" y="1065616"/>
                  <a:pt x="318169" y="1061972"/>
                  <a:pt x="290358" y="1059884"/>
                </a:cubicBezTo>
                <a:cubicBezTo>
                  <a:pt x="269709" y="1058114"/>
                  <a:pt x="246624" y="1055453"/>
                  <a:pt x="235140" y="1029322"/>
                </a:cubicBezTo>
                <a:cubicBezTo>
                  <a:pt x="256895" y="1029771"/>
                  <a:pt x="278695" y="1030927"/>
                  <a:pt x="300494" y="1032083"/>
                </a:cubicBezTo>
                <a:cubicBezTo>
                  <a:pt x="279542" y="1020860"/>
                  <a:pt x="259181" y="1009565"/>
                  <a:pt x="239661" y="997457"/>
                </a:cubicBezTo>
                <a:cubicBezTo>
                  <a:pt x="223540" y="987309"/>
                  <a:pt x="210281" y="975391"/>
                  <a:pt x="204788" y="959211"/>
                </a:cubicBezTo>
                <a:cubicBezTo>
                  <a:pt x="203337" y="955117"/>
                  <a:pt x="202166" y="950750"/>
                  <a:pt x="207583" y="947009"/>
                </a:cubicBezTo>
                <a:cubicBezTo>
                  <a:pt x="213561" y="942727"/>
                  <a:pt x="218466" y="944980"/>
                  <a:pt x="223061" y="947033"/>
                </a:cubicBezTo>
                <a:cubicBezTo>
                  <a:pt x="242046" y="955410"/>
                  <a:pt x="261311" y="963516"/>
                  <a:pt x="280015" y="972164"/>
                </a:cubicBezTo>
                <a:cubicBezTo>
                  <a:pt x="304852" y="983629"/>
                  <a:pt x="329408" y="995365"/>
                  <a:pt x="353948" y="1006865"/>
                </a:cubicBezTo>
                <a:cubicBezTo>
                  <a:pt x="319294" y="981405"/>
                  <a:pt x="281290" y="959435"/>
                  <a:pt x="240466" y="939943"/>
                </a:cubicBezTo>
                <a:cubicBezTo>
                  <a:pt x="210990" y="925718"/>
                  <a:pt x="181514" y="911494"/>
                  <a:pt x="158812" y="891467"/>
                </a:cubicBezTo>
                <a:cubicBezTo>
                  <a:pt x="147166" y="881489"/>
                  <a:pt x="141336" y="869384"/>
                  <a:pt x="139551" y="855364"/>
                </a:cubicBezTo>
                <a:cubicBezTo>
                  <a:pt x="139312" y="851597"/>
                  <a:pt x="139634" y="847287"/>
                  <a:pt x="145731" y="844888"/>
                </a:cubicBezTo>
                <a:cubicBezTo>
                  <a:pt x="151843" y="842724"/>
                  <a:pt x="155581" y="845356"/>
                  <a:pt x="158154" y="848366"/>
                </a:cubicBezTo>
                <a:cubicBezTo>
                  <a:pt x="161052" y="851811"/>
                  <a:pt x="164496" y="854479"/>
                  <a:pt x="169370" y="856260"/>
                </a:cubicBezTo>
                <a:cubicBezTo>
                  <a:pt x="212096" y="872913"/>
                  <a:pt x="249775" y="894448"/>
                  <a:pt x="288295" y="915169"/>
                </a:cubicBezTo>
                <a:cubicBezTo>
                  <a:pt x="343452" y="944788"/>
                  <a:pt x="397769" y="975222"/>
                  <a:pt x="462694" y="994643"/>
                </a:cubicBezTo>
                <a:cubicBezTo>
                  <a:pt x="487260" y="1001870"/>
                  <a:pt x="512622" y="1007575"/>
                  <a:pt x="531910" y="1006664"/>
                </a:cubicBezTo>
                <a:cubicBezTo>
                  <a:pt x="460990" y="972547"/>
                  <a:pt x="394087" y="936046"/>
                  <a:pt x="333940" y="893507"/>
                </a:cubicBezTo>
                <a:cubicBezTo>
                  <a:pt x="273173" y="850568"/>
                  <a:pt x="219876" y="803403"/>
                  <a:pt x="181443" y="746608"/>
                </a:cubicBezTo>
                <a:cubicBezTo>
                  <a:pt x="177494" y="740681"/>
                  <a:pt x="175038" y="734810"/>
                  <a:pt x="162678" y="737018"/>
                </a:cubicBezTo>
                <a:cubicBezTo>
                  <a:pt x="157082" y="737933"/>
                  <a:pt x="155070" y="734381"/>
                  <a:pt x="156307" y="730435"/>
                </a:cubicBezTo>
                <a:cubicBezTo>
                  <a:pt x="164051" y="702450"/>
                  <a:pt x="145532" y="687373"/>
                  <a:pt x="117227" y="677515"/>
                </a:cubicBezTo>
                <a:cubicBezTo>
                  <a:pt x="108392" y="674314"/>
                  <a:pt x="107546" y="670384"/>
                  <a:pt x="113655" y="663474"/>
                </a:cubicBezTo>
                <a:cubicBezTo>
                  <a:pt x="121976" y="653926"/>
                  <a:pt x="120506" y="644851"/>
                  <a:pt x="115226" y="636712"/>
                </a:cubicBezTo>
                <a:cubicBezTo>
                  <a:pt x="112224" y="631619"/>
                  <a:pt x="108350" y="626868"/>
                  <a:pt x="105067" y="622046"/>
                </a:cubicBezTo>
                <a:cubicBezTo>
                  <a:pt x="102790" y="619000"/>
                  <a:pt x="99022" y="615897"/>
                  <a:pt x="104113" y="611722"/>
                </a:cubicBezTo>
                <a:cubicBezTo>
                  <a:pt x="108939" y="608053"/>
                  <a:pt x="114081" y="609328"/>
                  <a:pt x="118895" y="610169"/>
                </a:cubicBezTo>
                <a:cubicBezTo>
                  <a:pt x="142040" y="613772"/>
                  <a:pt x="156094" y="624170"/>
                  <a:pt x="163095" y="640642"/>
                </a:cubicBezTo>
                <a:cubicBezTo>
                  <a:pt x="168334" y="652819"/>
                  <a:pt x="173104" y="652953"/>
                  <a:pt x="185766" y="641454"/>
                </a:cubicBezTo>
                <a:cubicBezTo>
                  <a:pt x="195327" y="632704"/>
                  <a:pt x="204232" y="632337"/>
                  <a:pt x="212892" y="637457"/>
                </a:cubicBezTo>
                <a:cubicBezTo>
                  <a:pt x="217516" y="639981"/>
                  <a:pt x="220444" y="643897"/>
                  <a:pt x="223932" y="647271"/>
                </a:cubicBezTo>
                <a:cubicBezTo>
                  <a:pt x="241420" y="664845"/>
                  <a:pt x="259762" y="681841"/>
                  <a:pt x="287167" y="691571"/>
                </a:cubicBezTo>
                <a:cubicBezTo>
                  <a:pt x="299355" y="696027"/>
                  <a:pt x="312354" y="699197"/>
                  <a:pt x="330380" y="692506"/>
                </a:cubicBezTo>
                <a:cubicBezTo>
                  <a:pt x="318517" y="688486"/>
                  <a:pt x="306954" y="689175"/>
                  <a:pt x="296172" y="688108"/>
                </a:cubicBezTo>
                <a:cubicBezTo>
                  <a:pt x="285390" y="687041"/>
                  <a:pt x="279539" y="683953"/>
                  <a:pt x="286974" y="674512"/>
                </a:cubicBezTo>
                <a:cubicBezTo>
                  <a:pt x="291105" y="669267"/>
                  <a:pt x="290555" y="665301"/>
                  <a:pt x="286166" y="661798"/>
                </a:cubicBezTo>
                <a:cubicBezTo>
                  <a:pt x="272052" y="650459"/>
                  <a:pt x="264416" y="633352"/>
                  <a:pt x="236268" y="635338"/>
                </a:cubicBezTo>
                <a:cubicBezTo>
                  <a:pt x="234792" y="635517"/>
                  <a:pt x="233255" y="634754"/>
                  <a:pt x="231734" y="634225"/>
                </a:cubicBezTo>
                <a:cubicBezTo>
                  <a:pt x="225957" y="632316"/>
                  <a:pt x="219575" y="630241"/>
                  <a:pt x="221253" y="623870"/>
                </a:cubicBezTo>
                <a:cubicBezTo>
                  <a:pt x="223227" y="617462"/>
                  <a:pt x="230816" y="615119"/>
                  <a:pt x="237564" y="613590"/>
                </a:cubicBezTo>
                <a:cubicBezTo>
                  <a:pt x="254884" y="609831"/>
                  <a:pt x="268844" y="614072"/>
                  <a:pt x="282259" y="619091"/>
                </a:cubicBezTo>
                <a:cubicBezTo>
                  <a:pt x="314893" y="631509"/>
                  <a:pt x="342201" y="649080"/>
                  <a:pt x="370630" y="665566"/>
                </a:cubicBezTo>
                <a:cubicBezTo>
                  <a:pt x="413275" y="690295"/>
                  <a:pt x="451153" y="719635"/>
                  <a:pt x="498017" y="740532"/>
                </a:cubicBezTo>
                <a:cubicBezTo>
                  <a:pt x="637369" y="802423"/>
                  <a:pt x="774774" y="866448"/>
                  <a:pt x="918036" y="924307"/>
                </a:cubicBezTo>
                <a:cubicBezTo>
                  <a:pt x="970882" y="945666"/>
                  <a:pt x="1024819" y="965469"/>
                  <a:pt x="1079304" y="984494"/>
                </a:cubicBezTo>
                <a:cubicBezTo>
                  <a:pt x="1079509" y="983045"/>
                  <a:pt x="1079744" y="982067"/>
                  <a:pt x="1079935" y="980383"/>
                </a:cubicBezTo>
                <a:cubicBezTo>
                  <a:pt x="1079860" y="979206"/>
                  <a:pt x="1079770" y="977793"/>
                  <a:pt x="1079695" y="976616"/>
                </a:cubicBezTo>
                <a:cubicBezTo>
                  <a:pt x="1041139" y="964679"/>
                  <a:pt x="1003098" y="951491"/>
                  <a:pt x="966178" y="937219"/>
                </a:cubicBezTo>
                <a:cubicBezTo>
                  <a:pt x="875541" y="901932"/>
                  <a:pt x="791930" y="860100"/>
                  <a:pt x="720106" y="807112"/>
                </a:cubicBezTo>
                <a:cubicBezTo>
                  <a:pt x="714181" y="802848"/>
                  <a:pt x="707904" y="802421"/>
                  <a:pt x="698823" y="804708"/>
                </a:cubicBezTo>
                <a:cubicBezTo>
                  <a:pt x="669544" y="812288"/>
                  <a:pt x="659939" y="806334"/>
                  <a:pt x="664513" y="784663"/>
                </a:cubicBezTo>
                <a:cubicBezTo>
                  <a:pt x="665660" y="779304"/>
                  <a:pt x="665686" y="775031"/>
                  <a:pt x="660380" y="771165"/>
                </a:cubicBezTo>
                <a:cubicBezTo>
                  <a:pt x="636661" y="753871"/>
                  <a:pt x="611807" y="737427"/>
                  <a:pt x="584959" y="722409"/>
                </a:cubicBezTo>
                <a:cubicBezTo>
                  <a:pt x="535282" y="694735"/>
                  <a:pt x="482226" y="670082"/>
                  <a:pt x="435649" y="639659"/>
                </a:cubicBezTo>
                <a:cubicBezTo>
                  <a:pt x="421965" y="630403"/>
                  <a:pt x="411440" y="619340"/>
                  <a:pt x="404944" y="606128"/>
                </a:cubicBezTo>
                <a:cubicBezTo>
                  <a:pt x="402872" y="601635"/>
                  <a:pt x="401613" y="595856"/>
                  <a:pt x="408476" y="591466"/>
                </a:cubicBezTo>
                <a:cubicBezTo>
                  <a:pt x="415044" y="587111"/>
                  <a:pt x="420320" y="590506"/>
                  <a:pt x="425225" y="592759"/>
                </a:cubicBezTo>
                <a:cubicBezTo>
                  <a:pt x="445746" y="601899"/>
                  <a:pt x="466578" y="611238"/>
                  <a:pt x="487115" y="620614"/>
                </a:cubicBezTo>
                <a:cubicBezTo>
                  <a:pt x="507947" y="629954"/>
                  <a:pt x="528514" y="639800"/>
                  <a:pt x="550277" y="649738"/>
                </a:cubicBezTo>
                <a:cubicBezTo>
                  <a:pt x="551408" y="644145"/>
                  <a:pt x="546904" y="643504"/>
                  <a:pt x="544421" y="641907"/>
                </a:cubicBezTo>
                <a:cubicBezTo>
                  <a:pt x="509355" y="619344"/>
                  <a:pt x="471190" y="599529"/>
                  <a:pt x="431905" y="580799"/>
                </a:cubicBezTo>
                <a:cubicBezTo>
                  <a:pt x="401512" y="566211"/>
                  <a:pt x="371947" y="550574"/>
                  <a:pt x="351177" y="528177"/>
                </a:cubicBezTo>
                <a:cubicBezTo>
                  <a:pt x="343180" y="519419"/>
                  <a:pt x="338696" y="509759"/>
                  <a:pt x="339749" y="498244"/>
                </a:cubicBezTo>
                <a:cubicBezTo>
                  <a:pt x="340115" y="494641"/>
                  <a:pt x="340481" y="491037"/>
                  <a:pt x="346313" y="489145"/>
                </a:cubicBezTo>
                <a:cubicBezTo>
                  <a:pt x="350979" y="487631"/>
                  <a:pt x="354067" y="489392"/>
                  <a:pt x="356579" y="491460"/>
                </a:cubicBezTo>
                <a:cubicBezTo>
                  <a:pt x="360984" y="495197"/>
                  <a:pt x="365388" y="498934"/>
                  <a:pt x="371505" y="501516"/>
                </a:cubicBezTo>
                <a:cubicBezTo>
                  <a:pt x="408203" y="517000"/>
                  <a:pt x="442659" y="534654"/>
                  <a:pt x="476275" y="553122"/>
                </a:cubicBezTo>
                <a:cubicBezTo>
                  <a:pt x="531461" y="583213"/>
                  <a:pt x="586103" y="614082"/>
                  <a:pt x="649952" y="635294"/>
                </a:cubicBezTo>
                <a:cubicBezTo>
                  <a:pt x="673972" y="643298"/>
                  <a:pt x="698805" y="650018"/>
                  <a:pt x="727161" y="651328"/>
                </a:cubicBezTo>
                <a:cubicBezTo>
                  <a:pt x="726126" y="649081"/>
                  <a:pt x="724263" y="647883"/>
                  <a:pt x="722417" y="646921"/>
                </a:cubicBezTo>
                <a:cubicBezTo>
                  <a:pt x="660627" y="615969"/>
                  <a:pt x="600830" y="583590"/>
                  <a:pt x="546079" y="546328"/>
                </a:cubicBezTo>
                <a:cubicBezTo>
                  <a:pt x="478576" y="500409"/>
                  <a:pt x="420223" y="448637"/>
                  <a:pt x="378182" y="386585"/>
                </a:cubicBezTo>
                <a:cubicBezTo>
                  <a:pt x="376229" y="383975"/>
                  <a:pt x="374884" y="381528"/>
                  <a:pt x="370158" y="382100"/>
                </a:cubicBezTo>
                <a:cubicBezTo>
                  <a:pt x="358064" y="383802"/>
                  <a:pt x="356583" y="379236"/>
                  <a:pt x="357861" y="371252"/>
                </a:cubicBezTo>
                <a:cubicBezTo>
                  <a:pt x="361373" y="351608"/>
                  <a:pt x="352380" y="336565"/>
                  <a:pt x="331313" y="328203"/>
                </a:cubicBezTo>
                <a:cubicBezTo>
                  <a:pt x="316037" y="321986"/>
                  <a:pt x="303183" y="316425"/>
                  <a:pt x="319354" y="299282"/>
                </a:cubicBezTo>
                <a:cubicBezTo>
                  <a:pt x="323265" y="295249"/>
                  <a:pt x="321459" y="290249"/>
                  <a:pt x="319682" y="285719"/>
                </a:cubicBezTo>
                <a:cubicBezTo>
                  <a:pt x="317166" y="278905"/>
                  <a:pt x="312080" y="273828"/>
                  <a:pt x="306391" y="268585"/>
                </a:cubicBezTo>
                <a:cubicBezTo>
                  <a:pt x="303227" y="265647"/>
                  <a:pt x="299399" y="261602"/>
                  <a:pt x="303294" y="257334"/>
                </a:cubicBezTo>
                <a:cubicBezTo>
                  <a:pt x="307735" y="252289"/>
                  <a:pt x="314131" y="254598"/>
                  <a:pt x="319242" y="255403"/>
                </a:cubicBezTo>
                <a:cubicBezTo>
                  <a:pt x="342683" y="258970"/>
                  <a:pt x="357062" y="269803"/>
                  <a:pt x="364093" y="286745"/>
                </a:cubicBezTo>
                <a:cubicBezTo>
                  <a:pt x="368651" y="297582"/>
                  <a:pt x="374307" y="297608"/>
                  <a:pt x="385301" y="287973"/>
                </a:cubicBezTo>
                <a:cubicBezTo>
                  <a:pt x="397712" y="277216"/>
                  <a:pt x="408079" y="276436"/>
                  <a:pt x="417598" y="285722"/>
                </a:cubicBezTo>
                <a:cubicBezTo>
                  <a:pt x="425226" y="293339"/>
                  <a:pt x="431406" y="301607"/>
                  <a:pt x="440155" y="308139"/>
                </a:cubicBezTo>
                <a:cubicBezTo>
                  <a:pt x="463623" y="326175"/>
                  <a:pt x="485720" y="346039"/>
                  <a:pt x="534406" y="339430"/>
                </a:cubicBezTo>
                <a:cubicBezTo>
                  <a:pt x="520872" y="332528"/>
                  <a:pt x="507316" y="334645"/>
                  <a:pt x="495633" y="333450"/>
                </a:cubicBezTo>
                <a:cubicBezTo>
                  <a:pt x="487244" y="332567"/>
                  <a:pt x="478750" y="330037"/>
                  <a:pt x="486289" y="322243"/>
                </a:cubicBezTo>
                <a:cubicBezTo>
                  <a:pt x="494951" y="313365"/>
                  <a:pt x="489365" y="309771"/>
                  <a:pt x="484000" y="304964"/>
                </a:cubicBezTo>
                <a:cubicBezTo>
                  <a:pt x="471673" y="293645"/>
                  <a:pt x="461604" y="280392"/>
                  <a:pt x="436911" y="280536"/>
                </a:cubicBezTo>
                <a:cubicBezTo>
                  <a:pt x="433041" y="280530"/>
                  <a:pt x="429923" y="278297"/>
                  <a:pt x="426865" y="277007"/>
                </a:cubicBezTo>
                <a:cubicBezTo>
                  <a:pt x="422581" y="275154"/>
                  <a:pt x="418872" y="272993"/>
                  <a:pt x="420654" y="268269"/>
                </a:cubicBezTo>
                <a:cubicBezTo>
                  <a:pt x="422468" y="264016"/>
                  <a:pt x="426748" y="261125"/>
                  <a:pt x="432329" y="259975"/>
                </a:cubicBezTo>
                <a:cubicBezTo>
                  <a:pt x="437320" y="258895"/>
                  <a:pt x="442621" y="258016"/>
                  <a:pt x="447672" y="257879"/>
                </a:cubicBezTo>
                <a:cubicBezTo>
                  <a:pt x="470223" y="256809"/>
                  <a:pt x="486254" y="265543"/>
                  <a:pt x="502242" y="273572"/>
                </a:cubicBezTo>
                <a:cubicBezTo>
                  <a:pt x="558179" y="301436"/>
                  <a:pt x="607891" y="334326"/>
                  <a:pt x="659874" y="365516"/>
                </a:cubicBezTo>
                <a:cubicBezTo>
                  <a:pt x="711842" y="396471"/>
                  <a:pt x="772192" y="418818"/>
                  <a:pt x="829177" y="444421"/>
                </a:cubicBezTo>
                <a:cubicBezTo>
                  <a:pt x="960626" y="503711"/>
                  <a:pt x="1092650" y="562693"/>
                  <a:pt x="1231903" y="613682"/>
                </a:cubicBezTo>
                <a:cubicBezTo>
                  <a:pt x="1368099" y="663381"/>
                  <a:pt x="1823141" y="686561"/>
                  <a:pt x="1911736" y="685084"/>
                </a:cubicBezTo>
                <a:cubicBezTo>
                  <a:pt x="2024994" y="682992"/>
                  <a:pt x="2291986" y="655399"/>
                  <a:pt x="2564313" y="632143"/>
                </a:cubicBezTo>
                <a:cubicBezTo>
                  <a:pt x="2595089" y="629364"/>
                  <a:pt x="2625288" y="626893"/>
                  <a:pt x="2657304" y="624913"/>
                </a:cubicBezTo>
                <a:cubicBezTo>
                  <a:pt x="3564401" y="568191"/>
                  <a:pt x="4203594" y="276765"/>
                  <a:pt x="4235818" y="259339"/>
                </a:cubicBezTo>
                <a:cubicBezTo>
                  <a:pt x="4287616" y="231474"/>
                  <a:pt x="4460006" y="176429"/>
                  <a:pt x="4460331" y="176864"/>
                </a:cubicBezTo>
                <a:cubicBezTo>
                  <a:pt x="4464175" y="181144"/>
                  <a:pt x="4483735" y="184529"/>
                  <a:pt x="4499578" y="186791"/>
                </a:cubicBezTo>
                <a:lnTo>
                  <a:pt x="4514640" y="188841"/>
                </a:lnTo>
                <a:lnTo>
                  <a:pt x="4516523" y="189988"/>
                </a:lnTo>
                <a:cubicBezTo>
                  <a:pt x="4522035" y="190091"/>
                  <a:pt x="4521760" y="189857"/>
                  <a:pt x="4518126" y="189316"/>
                </a:cubicBezTo>
                <a:lnTo>
                  <a:pt x="4514640" y="188841"/>
                </a:lnTo>
                <a:lnTo>
                  <a:pt x="4511569" y="186970"/>
                </a:lnTo>
                <a:cubicBezTo>
                  <a:pt x="4510788" y="185226"/>
                  <a:pt x="4510719" y="182981"/>
                  <a:pt x="4510888" y="180943"/>
                </a:cubicBezTo>
                <a:cubicBezTo>
                  <a:pt x="4511690" y="170169"/>
                  <a:pt x="4517648" y="160906"/>
                  <a:pt x="4531865" y="155151"/>
                </a:cubicBezTo>
                <a:cubicBezTo>
                  <a:pt x="4545507" y="149703"/>
                  <a:pt x="4559473" y="144689"/>
                  <a:pt x="4573441" y="139676"/>
                </a:cubicBezTo>
                <a:cubicBezTo>
                  <a:pt x="4585075" y="135420"/>
                  <a:pt x="4593048" y="134454"/>
                  <a:pt x="4594964" y="145847"/>
                </a:cubicBezTo>
                <a:cubicBezTo>
                  <a:pt x="4596879" y="157242"/>
                  <a:pt x="4613452" y="160454"/>
                  <a:pt x="4623059" y="152410"/>
                </a:cubicBezTo>
                <a:cubicBezTo>
                  <a:pt x="4660632" y="120811"/>
                  <a:pt x="4705757" y="95654"/>
                  <a:pt x="4748356" y="68192"/>
                </a:cubicBezTo>
                <a:cubicBezTo>
                  <a:pt x="4778098" y="49168"/>
                  <a:pt x="4809406" y="31378"/>
                  <a:pt x="4833812" y="8017"/>
                </a:cubicBezTo>
                <a:cubicBezTo>
                  <a:pt x="4838299" y="3678"/>
                  <a:pt x="4842399" y="-2039"/>
                  <a:pt x="4850908" y="727"/>
                </a:cubicBezTo>
                <a:close/>
              </a:path>
            </a:pathLst>
          </a:custGeom>
          <a:solidFill>
            <a:schemeClr val="bg2">
              <a:alpha val="50000"/>
            </a:schemeClr>
          </a:solidFill>
          <a:ln w="32707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0DA140E3-48D6-21A8-5EB2-7ACF2CBA98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844" y="683419"/>
            <a:ext cx="3494859" cy="5491162"/>
          </a:xfrm>
        </p:spPr>
        <p:txBody>
          <a:bodyPr>
            <a:normAutofit/>
          </a:bodyPr>
          <a:lstStyle/>
          <a:p>
            <a:r>
              <a:rPr lang="ja-JP" altLang="ja-JP" b="1" dirty="0"/>
              <a:t>サイトの構成</a:t>
            </a:r>
            <a:br>
              <a:rPr lang="ja-JP" altLang="ja-JP" b="1" dirty="0"/>
            </a:br>
            <a:endParaRPr kumimoji="1" lang="ja-JP" altLang="en-US" dirty="0"/>
          </a:p>
        </p:txBody>
      </p:sp>
      <p:graphicFrame>
        <p:nvGraphicFramePr>
          <p:cNvPr id="5" name="コンテンツ プレースホルダー 2">
            <a:extLst>
              <a:ext uri="{FF2B5EF4-FFF2-40B4-BE49-F238E27FC236}">
                <a16:creationId xmlns:a16="http://schemas.microsoft.com/office/drawing/2014/main" id="{2C458BB2-6E12-6A2C-EB57-D80B0CC70B7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017692235"/>
              </p:ext>
            </p:extLst>
          </p:nvPr>
        </p:nvGraphicFramePr>
        <p:xfrm>
          <a:off x="4702547" y="838199"/>
          <a:ext cx="6651253" cy="533876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1251557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1DFFCA1-7A12-5CA7-F91D-0192D011FB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1165B026-49F7-0725-ADCA-9CB5DF98264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F466BC0E-FE3B-B35F-8DDC-8411238651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73235" y="1371600"/>
            <a:ext cx="4529312" cy="3589977"/>
          </a:xfrm>
          <a:custGeom>
            <a:avLst/>
            <a:gdLst>
              <a:gd name="connsiteX0" fmla="*/ 5462602 w 5470628"/>
              <a:gd name="connsiteY0" fmla="*/ 1413608 h 3193741"/>
              <a:gd name="connsiteX1" fmla="*/ 5465724 w 5470628"/>
              <a:gd name="connsiteY1" fmla="*/ 1421881 h 3193741"/>
              <a:gd name="connsiteX2" fmla="*/ 5465025 w 5470628"/>
              <a:gd name="connsiteY2" fmla="*/ 1466556 h 3193741"/>
              <a:gd name="connsiteX3" fmla="*/ 5463208 w 5470628"/>
              <a:gd name="connsiteY3" fmla="*/ 1466226 h 3193741"/>
              <a:gd name="connsiteX4" fmla="*/ 5463242 w 5470628"/>
              <a:gd name="connsiteY4" fmla="*/ 1451866 h 3193741"/>
              <a:gd name="connsiteX5" fmla="*/ 5462894 w 5470628"/>
              <a:gd name="connsiteY5" fmla="*/ 1423194 h 3193741"/>
              <a:gd name="connsiteX6" fmla="*/ 5461417 w 5470628"/>
              <a:gd name="connsiteY6" fmla="*/ 1391849 h 3193741"/>
              <a:gd name="connsiteX7" fmla="*/ 5462246 w 5470628"/>
              <a:gd name="connsiteY7" fmla="*/ 1401944 h 3193741"/>
              <a:gd name="connsiteX8" fmla="*/ 5462602 w 5470628"/>
              <a:gd name="connsiteY8" fmla="*/ 1413608 h 3193741"/>
              <a:gd name="connsiteX9" fmla="*/ 5459078 w 5470628"/>
              <a:gd name="connsiteY9" fmla="*/ 1404268 h 3193741"/>
              <a:gd name="connsiteX10" fmla="*/ 5460137 w 5470628"/>
              <a:gd name="connsiteY10" fmla="*/ 1393780 h 3193741"/>
              <a:gd name="connsiteX11" fmla="*/ 5461417 w 5470628"/>
              <a:gd name="connsiteY11" fmla="*/ 1391849 h 3193741"/>
              <a:gd name="connsiteX12" fmla="*/ 614271 w 5470628"/>
              <a:gd name="connsiteY12" fmla="*/ 1052206 h 3193741"/>
              <a:gd name="connsiteX13" fmla="*/ 611497 w 5470628"/>
              <a:gd name="connsiteY13" fmla="*/ 1055389 h 3193741"/>
              <a:gd name="connsiteX14" fmla="*/ 630277 w 5470628"/>
              <a:gd name="connsiteY14" fmla="*/ 1065215 h 3193741"/>
              <a:gd name="connsiteX15" fmla="*/ 651856 w 5470628"/>
              <a:gd name="connsiteY15" fmla="*/ 1067584 h 3193741"/>
              <a:gd name="connsiteX16" fmla="*/ 614271 w 5470628"/>
              <a:gd name="connsiteY16" fmla="*/ 1052206 h 3193741"/>
              <a:gd name="connsiteX17" fmla="*/ 810628 w 5470628"/>
              <a:gd name="connsiteY17" fmla="*/ 695550 h 3193741"/>
              <a:gd name="connsiteX18" fmla="*/ 1033084 w 5470628"/>
              <a:gd name="connsiteY18" fmla="*/ 791270 h 3193741"/>
              <a:gd name="connsiteX19" fmla="*/ 1036153 w 5470628"/>
              <a:gd name="connsiteY19" fmla="*/ 788050 h 3193741"/>
              <a:gd name="connsiteX20" fmla="*/ 810628 w 5470628"/>
              <a:gd name="connsiteY20" fmla="*/ 695550 h 3193741"/>
              <a:gd name="connsiteX21" fmla="*/ 4850908 w 5470628"/>
              <a:gd name="connsiteY21" fmla="*/ 727 h 3193741"/>
              <a:gd name="connsiteX22" fmla="*/ 4858584 w 5470628"/>
              <a:gd name="connsiteY22" fmla="*/ 13795 h 3193741"/>
              <a:gd name="connsiteX23" fmla="*/ 4843408 w 5470628"/>
              <a:gd name="connsiteY23" fmla="*/ 37224 h 3193741"/>
              <a:gd name="connsiteX24" fmla="*/ 4871062 w 5470628"/>
              <a:gd name="connsiteY24" fmla="*/ 78954 h 3193741"/>
              <a:gd name="connsiteX25" fmla="*/ 4989038 w 5470628"/>
              <a:gd name="connsiteY25" fmla="*/ 66799 h 3193741"/>
              <a:gd name="connsiteX26" fmla="*/ 5002636 w 5470628"/>
              <a:gd name="connsiteY26" fmla="*/ 79388 h 3193741"/>
              <a:gd name="connsiteX27" fmla="*/ 5008332 w 5470628"/>
              <a:gd name="connsiteY27" fmla="*/ 140859 h 3193741"/>
              <a:gd name="connsiteX28" fmla="*/ 5014326 w 5470628"/>
              <a:gd name="connsiteY28" fmla="*/ 155555 h 3193741"/>
              <a:gd name="connsiteX29" fmla="*/ 5030704 w 5470628"/>
              <a:gd name="connsiteY29" fmla="*/ 221190 h 3193741"/>
              <a:gd name="connsiteX30" fmla="*/ 5097262 w 5470628"/>
              <a:gd name="connsiteY30" fmla="*/ 317759 h 3193741"/>
              <a:gd name="connsiteX31" fmla="*/ 5165084 w 5470628"/>
              <a:gd name="connsiteY31" fmla="*/ 373367 h 3193741"/>
              <a:gd name="connsiteX32" fmla="*/ 5174137 w 5470628"/>
              <a:gd name="connsiteY32" fmla="*/ 389353 h 3193741"/>
              <a:gd name="connsiteX33" fmla="*/ 5192507 w 5470628"/>
              <a:gd name="connsiteY33" fmla="*/ 453561 h 3193741"/>
              <a:gd name="connsiteX34" fmla="*/ 5187160 w 5470628"/>
              <a:gd name="connsiteY34" fmla="*/ 467732 h 3193741"/>
              <a:gd name="connsiteX35" fmla="*/ 5160106 w 5470628"/>
              <a:gd name="connsiteY35" fmla="*/ 486904 h 3193741"/>
              <a:gd name="connsiteX36" fmla="*/ 5138948 w 5470628"/>
              <a:gd name="connsiteY36" fmla="*/ 528614 h 3193741"/>
              <a:gd name="connsiteX37" fmla="*/ 5097016 w 5470628"/>
              <a:gd name="connsiteY37" fmla="*/ 589923 h 3193741"/>
              <a:gd name="connsiteX38" fmla="*/ 5075869 w 5470628"/>
              <a:gd name="connsiteY38" fmla="*/ 608381 h 3193741"/>
              <a:gd name="connsiteX39" fmla="*/ 5093172 w 5470628"/>
              <a:gd name="connsiteY39" fmla="*/ 618385 h 3193741"/>
              <a:gd name="connsiteX40" fmla="*/ 5153518 w 5470628"/>
              <a:gd name="connsiteY40" fmla="*/ 687474 h 3193741"/>
              <a:gd name="connsiteX41" fmla="*/ 5074984 w 5470628"/>
              <a:gd name="connsiteY41" fmla="*/ 776941 h 3193741"/>
              <a:gd name="connsiteX42" fmla="*/ 5033348 w 5470628"/>
              <a:gd name="connsiteY42" fmla="*/ 805473 h 3193741"/>
              <a:gd name="connsiteX43" fmla="*/ 5116847 w 5470628"/>
              <a:gd name="connsiteY43" fmla="*/ 803426 h 3193741"/>
              <a:gd name="connsiteX44" fmla="*/ 5147902 w 5470628"/>
              <a:gd name="connsiteY44" fmla="*/ 833118 h 3193741"/>
              <a:gd name="connsiteX45" fmla="*/ 5161665 w 5470628"/>
              <a:gd name="connsiteY45" fmla="*/ 848297 h 3193741"/>
              <a:gd name="connsiteX46" fmla="*/ 5246520 w 5470628"/>
              <a:gd name="connsiteY46" fmla="*/ 942412 h 3193741"/>
              <a:gd name="connsiteX47" fmla="*/ 5235368 w 5470628"/>
              <a:gd name="connsiteY47" fmla="*/ 972946 h 3193741"/>
              <a:gd name="connsiteX48" fmla="*/ 5113739 w 5470628"/>
              <a:gd name="connsiteY48" fmla="*/ 1128845 h 3193741"/>
              <a:gd name="connsiteX49" fmla="*/ 5255034 w 5470628"/>
              <a:gd name="connsiteY49" fmla="*/ 1151117 h 3193741"/>
              <a:gd name="connsiteX50" fmla="*/ 5267513 w 5470628"/>
              <a:gd name="connsiteY50" fmla="*/ 1216275 h 3193741"/>
              <a:gd name="connsiteX51" fmla="*/ 5343113 w 5470628"/>
              <a:gd name="connsiteY51" fmla="*/ 1281854 h 3193741"/>
              <a:gd name="connsiteX52" fmla="*/ 5452014 w 5470628"/>
              <a:gd name="connsiteY52" fmla="*/ 1385543 h 3193741"/>
              <a:gd name="connsiteX53" fmla="*/ 5459078 w 5470628"/>
              <a:gd name="connsiteY53" fmla="*/ 1404268 h 3193741"/>
              <a:gd name="connsiteX54" fmla="*/ 5458838 w 5470628"/>
              <a:gd name="connsiteY54" fmla="*/ 1406644 h 3193741"/>
              <a:gd name="connsiteX55" fmla="*/ 5455752 w 5470628"/>
              <a:gd name="connsiteY55" fmla="*/ 1450751 h 3193741"/>
              <a:gd name="connsiteX56" fmla="*/ 5454594 w 5470628"/>
              <a:gd name="connsiteY56" fmla="*/ 1464662 h 3193741"/>
              <a:gd name="connsiteX57" fmla="*/ 5447215 w 5470628"/>
              <a:gd name="connsiteY57" fmla="*/ 1463321 h 3193741"/>
              <a:gd name="connsiteX58" fmla="*/ 5433934 w 5470628"/>
              <a:gd name="connsiteY58" fmla="*/ 1458428 h 3193741"/>
              <a:gd name="connsiteX59" fmla="*/ 5424276 w 5470628"/>
              <a:gd name="connsiteY59" fmla="*/ 1477014 h 3193741"/>
              <a:gd name="connsiteX60" fmla="*/ 5444628 w 5470628"/>
              <a:gd name="connsiteY60" fmla="*/ 1511562 h 3193741"/>
              <a:gd name="connsiteX61" fmla="*/ 5453752 w 5470628"/>
              <a:gd name="connsiteY61" fmla="*/ 1474786 h 3193741"/>
              <a:gd name="connsiteX62" fmla="*/ 5454594 w 5470628"/>
              <a:gd name="connsiteY62" fmla="*/ 1464662 h 3193741"/>
              <a:gd name="connsiteX63" fmla="*/ 5463208 w 5470628"/>
              <a:gd name="connsiteY63" fmla="*/ 1466226 h 3193741"/>
              <a:gd name="connsiteX64" fmla="*/ 5463164 w 5470628"/>
              <a:gd name="connsiteY64" fmla="*/ 1484226 h 3193741"/>
              <a:gd name="connsiteX65" fmla="*/ 5456160 w 5470628"/>
              <a:gd name="connsiteY65" fmla="*/ 1575885 h 3193741"/>
              <a:gd name="connsiteX66" fmla="*/ 5345636 w 5470628"/>
              <a:gd name="connsiteY66" fmla="*/ 1714543 h 3193741"/>
              <a:gd name="connsiteX67" fmla="*/ 5251319 w 5470628"/>
              <a:gd name="connsiteY67" fmla="*/ 1775792 h 3193741"/>
              <a:gd name="connsiteX68" fmla="*/ 5043512 w 5470628"/>
              <a:gd name="connsiteY68" fmla="*/ 2027305 h 3193741"/>
              <a:gd name="connsiteX69" fmla="*/ 4978144 w 5470628"/>
              <a:gd name="connsiteY69" fmla="*/ 2108535 h 3193741"/>
              <a:gd name="connsiteX70" fmla="*/ 5031476 w 5470628"/>
              <a:gd name="connsiteY70" fmla="*/ 2128173 h 3193741"/>
              <a:gd name="connsiteX71" fmla="*/ 4937389 w 5470628"/>
              <a:gd name="connsiteY71" fmla="*/ 2216441 h 3193741"/>
              <a:gd name="connsiteX72" fmla="*/ 4826122 w 5470628"/>
              <a:gd name="connsiteY72" fmla="*/ 2315331 h 3193741"/>
              <a:gd name="connsiteX73" fmla="*/ 2544647 w 5470628"/>
              <a:gd name="connsiteY73" fmla="*/ 3190975 h 3193741"/>
              <a:gd name="connsiteX74" fmla="*/ 1328257 w 5470628"/>
              <a:gd name="connsiteY74" fmla="*/ 3153006 h 3193741"/>
              <a:gd name="connsiteX75" fmla="*/ 977943 w 5470628"/>
              <a:gd name="connsiteY75" fmla="*/ 3082502 h 3193741"/>
              <a:gd name="connsiteX76" fmla="*/ 854473 w 5470628"/>
              <a:gd name="connsiteY76" fmla="*/ 2994250 h 3193741"/>
              <a:gd name="connsiteX77" fmla="*/ 811593 w 5470628"/>
              <a:gd name="connsiteY77" fmla="*/ 2970498 h 3193741"/>
              <a:gd name="connsiteX78" fmla="*/ 707024 w 5470628"/>
              <a:gd name="connsiteY78" fmla="*/ 2945439 h 3193741"/>
              <a:gd name="connsiteX79" fmla="*/ 523487 w 5470628"/>
              <a:gd name="connsiteY79" fmla="*/ 2886053 h 3193741"/>
              <a:gd name="connsiteX80" fmla="*/ 587884 w 5470628"/>
              <a:gd name="connsiteY80" fmla="*/ 2859746 h 3193741"/>
              <a:gd name="connsiteX81" fmla="*/ 779426 w 5470628"/>
              <a:gd name="connsiteY81" fmla="*/ 2885897 h 3193741"/>
              <a:gd name="connsiteX82" fmla="*/ 917288 w 5470628"/>
              <a:gd name="connsiteY82" fmla="*/ 2882248 h 3193741"/>
              <a:gd name="connsiteX83" fmla="*/ 718684 w 5470628"/>
              <a:gd name="connsiteY83" fmla="*/ 2819941 h 3193741"/>
              <a:gd name="connsiteX84" fmla="*/ 524650 w 5470628"/>
              <a:gd name="connsiteY84" fmla="*/ 2731220 h 3193741"/>
              <a:gd name="connsiteX85" fmla="*/ 670138 w 5470628"/>
              <a:gd name="connsiteY85" fmla="*/ 2735189 h 3193741"/>
              <a:gd name="connsiteX86" fmla="*/ 675382 w 5470628"/>
              <a:gd name="connsiteY86" fmla="*/ 2719369 h 3193741"/>
              <a:gd name="connsiteX87" fmla="*/ 542021 w 5470628"/>
              <a:gd name="connsiteY87" fmla="*/ 2601946 h 3193741"/>
              <a:gd name="connsiteX88" fmla="*/ 476895 w 5470628"/>
              <a:gd name="connsiteY88" fmla="*/ 2555976 h 3193741"/>
              <a:gd name="connsiteX89" fmla="*/ 188751 w 5470628"/>
              <a:gd name="connsiteY89" fmla="*/ 2428830 h 3193741"/>
              <a:gd name="connsiteX90" fmla="*/ 456762 w 5470628"/>
              <a:gd name="connsiteY90" fmla="*/ 2468731 h 3193741"/>
              <a:gd name="connsiteX91" fmla="*/ 174514 w 5470628"/>
              <a:gd name="connsiteY91" fmla="*/ 2345378 h 3193741"/>
              <a:gd name="connsiteX92" fmla="*/ 38827 w 5470628"/>
              <a:gd name="connsiteY92" fmla="*/ 2303685 h 3193741"/>
              <a:gd name="connsiteX93" fmla="*/ 3281 w 5470628"/>
              <a:gd name="connsiteY93" fmla="*/ 2273587 h 3193741"/>
              <a:gd name="connsiteX94" fmla="*/ 61590 w 5470628"/>
              <a:gd name="connsiteY94" fmla="*/ 2259170 h 3193741"/>
              <a:gd name="connsiteX95" fmla="*/ 242291 w 5470628"/>
              <a:gd name="connsiteY95" fmla="*/ 2250569 h 3193741"/>
              <a:gd name="connsiteX96" fmla="*/ 13205 w 5470628"/>
              <a:gd name="connsiteY96" fmla="*/ 2172263 h 3193741"/>
              <a:gd name="connsiteX97" fmla="*/ 180810 w 5470628"/>
              <a:gd name="connsiteY97" fmla="*/ 2168333 h 3193741"/>
              <a:gd name="connsiteX98" fmla="*/ 226020 w 5470628"/>
              <a:gd name="connsiteY98" fmla="*/ 2121100 h 3193741"/>
              <a:gd name="connsiteX99" fmla="*/ 299145 w 5470628"/>
              <a:gd name="connsiteY99" fmla="*/ 2044862 h 3193741"/>
              <a:gd name="connsiteX100" fmla="*/ 350236 w 5470628"/>
              <a:gd name="connsiteY100" fmla="*/ 2001187 h 3193741"/>
              <a:gd name="connsiteX101" fmla="*/ 365223 w 5470628"/>
              <a:gd name="connsiteY101" fmla="*/ 1881218 h 3193741"/>
              <a:gd name="connsiteX102" fmla="*/ 310707 w 5470628"/>
              <a:gd name="connsiteY102" fmla="*/ 1758752 h 3193741"/>
              <a:gd name="connsiteX103" fmla="*/ 181659 w 5470628"/>
              <a:gd name="connsiteY103" fmla="*/ 1709137 h 3193741"/>
              <a:gd name="connsiteX104" fmla="*/ 213063 w 5470628"/>
              <a:gd name="connsiteY104" fmla="*/ 1632021 h 3193741"/>
              <a:gd name="connsiteX105" fmla="*/ 481390 w 5470628"/>
              <a:gd name="connsiteY105" fmla="*/ 1644125 h 3193741"/>
              <a:gd name="connsiteX106" fmla="*/ 68930 w 5470628"/>
              <a:gd name="connsiteY106" fmla="*/ 1457537 h 3193741"/>
              <a:gd name="connsiteX107" fmla="*/ 135138 w 5470628"/>
              <a:gd name="connsiteY107" fmla="*/ 1440976 h 3193741"/>
              <a:gd name="connsiteX108" fmla="*/ 131611 w 5470628"/>
              <a:gd name="connsiteY108" fmla="*/ 1427642 h 3193741"/>
              <a:gd name="connsiteX109" fmla="*/ 130443 w 5470628"/>
              <a:gd name="connsiteY109" fmla="*/ 1343795 h 3193741"/>
              <a:gd name="connsiteX110" fmla="*/ 138930 w 5470628"/>
              <a:gd name="connsiteY110" fmla="*/ 1304094 h 3193741"/>
              <a:gd name="connsiteX111" fmla="*/ 118409 w 5470628"/>
              <a:gd name="connsiteY111" fmla="*/ 1262212 h 3193741"/>
              <a:gd name="connsiteX112" fmla="*/ 421410 w 5470628"/>
              <a:gd name="connsiteY112" fmla="*/ 1304757 h 3193741"/>
              <a:gd name="connsiteX113" fmla="*/ 655702 w 5470628"/>
              <a:gd name="connsiteY113" fmla="*/ 1291801 h 3193741"/>
              <a:gd name="connsiteX114" fmla="*/ 648299 w 5470628"/>
              <a:gd name="connsiteY114" fmla="*/ 1287715 h 3193741"/>
              <a:gd name="connsiteX115" fmla="*/ 531027 w 5470628"/>
              <a:gd name="connsiteY115" fmla="*/ 1193967 h 3193741"/>
              <a:gd name="connsiteX116" fmla="*/ 526433 w 5470628"/>
              <a:gd name="connsiteY116" fmla="*/ 1191913 h 3193741"/>
              <a:gd name="connsiteX117" fmla="*/ 504666 w 5470628"/>
              <a:gd name="connsiteY117" fmla="*/ 1177230 h 3193741"/>
              <a:gd name="connsiteX118" fmla="*/ 482307 w 5470628"/>
              <a:gd name="connsiteY118" fmla="*/ 1162618 h 3193741"/>
              <a:gd name="connsiteX119" fmla="*/ 479029 w 5470628"/>
              <a:gd name="connsiteY119" fmla="*/ 1162540 h 3193741"/>
              <a:gd name="connsiteX120" fmla="*/ 447663 w 5470628"/>
              <a:gd name="connsiteY120" fmla="*/ 1132649 h 3193741"/>
              <a:gd name="connsiteX121" fmla="*/ 438547 w 5470628"/>
              <a:gd name="connsiteY121" fmla="*/ 1110977 h 3193741"/>
              <a:gd name="connsiteX122" fmla="*/ 405343 w 5470628"/>
              <a:gd name="connsiteY122" fmla="*/ 1089612 h 3193741"/>
              <a:gd name="connsiteX123" fmla="*/ 371373 w 5470628"/>
              <a:gd name="connsiteY123" fmla="*/ 1070238 h 3193741"/>
              <a:gd name="connsiteX124" fmla="*/ 290358 w 5470628"/>
              <a:gd name="connsiteY124" fmla="*/ 1059884 h 3193741"/>
              <a:gd name="connsiteX125" fmla="*/ 235140 w 5470628"/>
              <a:gd name="connsiteY125" fmla="*/ 1029322 h 3193741"/>
              <a:gd name="connsiteX126" fmla="*/ 300494 w 5470628"/>
              <a:gd name="connsiteY126" fmla="*/ 1032083 h 3193741"/>
              <a:gd name="connsiteX127" fmla="*/ 239661 w 5470628"/>
              <a:gd name="connsiteY127" fmla="*/ 997457 h 3193741"/>
              <a:gd name="connsiteX128" fmla="*/ 204788 w 5470628"/>
              <a:gd name="connsiteY128" fmla="*/ 959211 h 3193741"/>
              <a:gd name="connsiteX129" fmla="*/ 207583 w 5470628"/>
              <a:gd name="connsiteY129" fmla="*/ 947009 h 3193741"/>
              <a:gd name="connsiteX130" fmla="*/ 223061 w 5470628"/>
              <a:gd name="connsiteY130" fmla="*/ 947033 h 3193741"/>
              <a:gd name="connsiteX131" fmla="*/ 280015 w 5470628"/>
              <a:gd name="connsiteY131" fmla="*/ 972164 h 3193741"/>
              <a:gd name="connsiteX132" fmla="*/ 353948 w 5470628"/>
              <a:gd name="connsiteY132" fmla="*/ 1006865 h 3193741"/>
              <a:gd name="connsiteX133" fmla="*/ 240466 w 5470628"/>
              <a:gd name="connsiteY133" fmla="*/ 939943 h 3193741"/>
              <a:gd name="connsiteX134" fmla="*/ 158812 w 5470628"/>
              <a:gd name="connsiteY134" fmla="*/ 891467 h 3193741"/>
              <a:gd name="connsiteX135" fmla="*/ 139551 w 5470628"/>
              <a:gd name="connsiteY135" fmla="*/ 855364 h 3193741"/>
              <a:gd name="connsiteX136" fmla="*/ 145731 w 5470628"/>
              <a:gd name="connsiteY136" fmla="*/ 844888 h 3193741"/>
              <a:gd name="connsiteX137" fmla="*/ 158154 w 5470628"/>
              <a:gd name="connsiteY137" fmla="*/ 848366 h 3193741"/>
              <a:gd name="connsiteX138" fmla="*/ 169370 w 5470628"/>
              <a:gd name="connsiteY138" fmla="*/ 856260 h 3193741"/>
              <a:gd name="connsiteX139" fmla="*/ 288295 w 5470628"/>
              <a:gd name="connsiteY139" fmla="*/ 915169 h 3193741"/>
              <a:gd name="connsiteX140" fmla="*/ 462694 w 5470628"/>
              <a:gd name="connsiteY140" fmla="*/ 994643 h 3193741"/>
              <a:gd name="connsiteX141" fmla="*/ 531910 w 5470628"/>
              <a:gd name="connsiteY141" fmla="*/ 1006664 h 3193741"/>
              <a:gd name="connsiteX142" fmla="*/ 333940 w 5470628"/>
              <a:gd name="connsiteY142" fmla="*/ 893507 h 3193741"/>
              <a:gd name="connsiteX143" fmla="*/ 181443 w 5470628"/>
              <a:gd name="connsiteY143" fmla="*/ 746608 h 3193741"/>
              <a:gd name="connsiteX144" fmla="*/ 162678 w 5470628"/>
              <a:gd name="connsiteY144" fmla="*/ 737018 h 3193741"/>
              <a:gd name="connsiteX145" fmla="*/ 156307 w 5470628"/>
              <a:gd name="connsiteY145" fmla="*/ 730435 h 3193741"/>
              <a:gd name="connsiteX146" fmla="*/ 117227 w 5470628"/>
              <a:gd name="connsiteY146" fmla="*/ 677515 h 3193741"/>
              <a:gd name="connsiteX147" fmla="*/ 113655 w 5470628"/>
              <a:gd name="connsiteY147" fmla="*/ 663474 h 3193741"/>
              <a:gd name="connsiteX148" fmla="*/ 115226 w 5470628"/>
              <a:gd name="connsiteY148" fmla="*/ 636712 h 3193741"/>
              <a:gd name="connsiteX149" fmla="*/ 105067 w 5470628"/>
              <a:gd name="connsiteY149" fmla="*/ 622046 h 3193741"/>
              <a:gd name="connsiteX150" fmla="*/ 104113 w 5470628"/>
              <a:gd name="connsiteY150" fmla="*/ 611722 h 3193741"/>
              <a:gd name="connsiteX151" fmla="*/ 118895 w 5470628"/>
              <a:gd name="connsiteY151" fmla="*/ 610169 h 3193741"/>
              <a:gd name="connsiteX152" fmla="*/ 163095 w 5470628"/>
              <a:gd name="connsiteY152" fmla="*/ 640642 h 3193741"/>
              <a:gd name="connsiteX153" fmla="*/ 185766 w 5470628"/>
              <a:gd name="connsiteY153" fmla="*/ 641454 h 3193741"/>
              <a:gd name="connsiteX154" fmla="*/ 212892 w 5470628"/>
              <a:gd name="connsiteY154" fmla="*/ 637457 h 3193741"/>
              <a:gd name="connsiteX155" fmla="*/ 223932 w 5470628"/>
              <a:gd name="connsiteY155" fmla="*/ 647271 h 3193741"/>
              <a:gd name="connsiteX156" fmla="*/ 287167 w 5470628"/>
              <a:gd name="connsiteY156" fmla="*/ 691571 h 3193741"/>
              <a:gd name="connsiteX157" fmla="*/ 330380 w 5470628"/>
              <a:gd name="connsiteY157" fmla="*/ 692506 h 3193741"/>
              <a:gd name="connsiteX158" fmla="*/ 296172 w 5470628"/>
              <a:gd name="connsiteY158" fmla="*/ 688108 h 3193741"/>
              <a:gd name="connsiteX159" fmla="*/ 286974 w 5470628"/>
              <a:gd name="connsiteY159" fmla="*/ 674512 h 3193741"/>
              <a:gd name="connsiteX160" fmla="*/ 286166 w 5470628"/>
              <a:gd name="connsiteY160" fmla="*/ 661798 h 3193741"/>
              <a:gd name="connsiteX161" fmla="*/ 236268 w 5470628"/>
              <a:gd name="connsiteY161" fmla="*/ 635338 h 3193741"/>
              <a:gd name="connsiteX162" fmla="*/ 231734 w 5470628"/>
              <a:gd name="connsiteY162" fmla="*/ 634225 h 3193741"/>
              <a:gd name="connsiteX163" fmla="*/ 221253 w 5470628"/>
              <a:gd name="connsiteY163" fmla="*/ 623870 h 3193741"/>
              <a:gd name="connsiteX164" fmla="*/ 237564 w 5470628"/>
              <a:gd name="connsiteY164" fmla="*/ 613590 h 3193741"/>
              <a:gd name="connsiteX165" fmla="*/ 282259 w 5470628"/>
              <a:gd name="connsiteY165" fmla="*/ 619091 h 3193741"/>
              <a:gd name="connsiteX166" fmla="*/ 370630 w 5470628"/>
              <a:gd name="connsiteY166" fmla="*/ 665566 h 3193741"/>
              <a:gd name="connsiteX167" fmla="*/ 498017 w 5470628"/>
              <a:gd name="connsiteY167" fmla="*/ 740532 h 3193741"/>
              <a:gd name="connsiteX168" fmla="*/ 918036 w 5470628"/>
              <a:gd name="connsiteY168" fmla="*/ 924307 h 3193741"/>
              <a:gd name="connsiteX169" fmla="*/ 1079304 w 5470628"/>
              <a:gd name="connsiteY169" fmla="*/ 984494 h 3193741"/>
              <a:gd name="connsiteX170" fmla="*/ 1079935 w 5470628"/>
              <a:gd name="connsiteY170" fmla="*/ 980383 h 3193741"/>
              <a:gd name="connsiteX171" fmla="*/ 1079695 w 5470628"/>
              <a:gd name="connsiteY171" fmla="*/ 976616 h 3193741"/>
              <a:gd name="connsiteX172" fmla="*/ 966178 w 5470628"/>
              <a:gd name="connsiteY172" fmla="*/ 937219 h 3193741"/>
              <a:gd name="connsiteX173" fmla="*/ 720106 w 5470628"/>
              <a:gd name="connsiteY173" fmla="*/ 807112 h 3193741"/>
              <a:gd name="connsiteX174" fmla="*/ 698823 w 5470628"/>
              <a:gd name="connsiteY174" fmla="*/ 804708 h 3193741"/>
              <a:gd name="connsiteX175" fmla="*/ 664513 w 5470628"/>
              <a:gd name="connsiteY175" fmla="*/ 784663 h 3193741"/>
              <a:gd name="connsiteX176" fmla="*/ 660380 w 5470628"/>
              <a:gd name="connsiteY176" fmla="*/ 771165 h 3193741"/>
              <a:gd name="connsiteX177" fmla="*/ 584959 w 5470628"/>
              <a:gd name="connsiteY177" fmla="*/ 722409 h 3193741"/>
              <a:gd name="connsiteX178" fmla="*/ 435649 w 5470628"/>
              <a:gd name="connsiteY178" fmla="*/ 639659 h 3193741"/>
              <a:gd name="connsiteX179" fmla="*/ 404944 w 5470628"/>
              <a:gd name="connsiteY179" fmla="*/ 606128 h 3193741"/>
              <a:gd name="connsiteX180" fmla="*/ 408476 w 5470628"/>
              <a:gd name="connsiteY180" fmla="*/ 591466 h 3193741"/>
              <a:gd name="connsiteX181" fmla="*/ 425225 w 5470628"/>
              <a:gd name="connsiteY181" fmla="*/ 592759 h 3193741"/>
              <a:gd name="connsiteX182" fmla="*/ 487115 w 5470628"/>
              <a:gd name="connsiteY182" fmla="*/ 620614 h 3193741"/>
              <a:gd name="connsiteX183" fmla="*/ 550277 w 5470628"/>
              <a:gd name="connsiteY183" fmla="*/ 649738 h 3193741"/>
              <a:gd name="connsiteX184" fmla="*/ 544421 w 5470628"/>
              <a:gd name="connsiteY184" fmla="*/ 641907 h 3193741"/>
              <a:gd name="connsiteX185" fmla="*/ 431905 w 5470628"/>
              <a:gd name="connsiteY185" fmla="*/ 580799 h 3193741"/>
              <a:gd name="connsiteX186" fmla="*/ 351177 w 5470628"/>
              <a:gd name="connsiteY186" fmla="*/ 528177 h 3193741"/>
              <a:gd name="connsiteX187" fmla="*/ 339749 w 5470628"/>
              <a:gd name="connsiteY187" fmla="*/ 498244 h 3193741"/>
              <a:gd name="connsiteX188" fmla="*/ 346313 w 5470628"/>
              <a:gd name="connsiteY188" fmla="*/ 489145 h 3193741"/>
              <a:gd name="connsiteX189" fmla="*/ 356579 w 5470628"/>
              <a:gd name="connsiteY189" fmla="*/ 491460 h 3193741"/>
              <a:gd name="connsiteX190" fmla="*/ 371505 w 5470628"/>
              <a:gd name="connsiteY190" fmla="*/ 501516 h 3193741"/>
              <a:gd name="connsiteX191" fmla="*/ 476275 w 5470628"/>
              <a:gd name="connsiteY191" fmla="*/ 553122 h 3193741"/>
              <a:gd name="connsiteX192" fmla="*/ 649952 w 5470628"/>
              <a:gd name="connsiteY192" fmla="*/ 635294 h 3193741"/>
              <a:gd name="connsiteX193" fmla="*/ 727161 w 5470628"/>
              <a:gd name="connsiteY193" fmla="*/ 651328 h 3193741"/>
              <a:gd name="connsiteX194" fmla="*/ 722417 w 5470628"/>
              <a:gd name="connsiteY194" fmla="*/ 646921 h 3193741"/>
              <a:gd name="connsiteX195" fmla="*/ 546079 w 5470628"/>
              <a:gd name="connsiteY195" fmla="*/ 546328 h 3193741"/>
              <a:gd name="connsiteX196" fmla="*/ 378182 w 5470628"/>
              <a:gd name="connsiteY196" fmla="*/ 386585 h 3193741"/>
              <a:gd name="connsiteX197" fmla="*/ 370158 w 5470628"/>
              <a:gd name="connsiteY197" fmla="*/ 382100 h 3193741"/>
              <a:gd name="connsiteX198" fmla="*/ 357861 w 5470628"/>
              <a:gd name="connsiteY198" fmla="*/ 371252 h 3193741"/>
              <a:gd name="connsiteX199" fmla="*/ 331313 w 5470628"/>
              <a:gd name="connsiteY199" fmla="*/ 328203 h 3193741"/>
              <a:gd name="connsiteX200" fmla="*/ 319354 w 5470628"/>
              <a:gd name="connsiteY200" fmla="*/ 299282 h 3193741"/>
              <a:gd name="connsiteX201" fmla="*/ 319682 w 5470628"/>
              <a:gd name="connsiteY201" fmla="*/ 285719 h 3193741"/>
              <a:gd name="connsiteX202" fmla="*/ 306391 w 5470628"/>
              <a:gd name="connsiteY202" fmla="*/ 268585 h 3193741"/>
              <a:gd name="connsiteX203" fmla="*/ 303294 w 5470628"/>
              <a:gd name="connsiteY203" fmla="*/ 257334 h 3193741"/>
              <a:gd name="connsiteX204" fmla="*/ 319242 w 5470628"/>
              <a:gd name="connsiteY204" fmla="*/ 255403 h 3193741"/>
              <a:gd name="connsiteX205" fmla="*/ 364093 w 5470628"/>
              <a:gd name="connsiteY205" fmla="*/ 286745 h 3193741"/>
              <a:gd name="connsiteX206" fmla="*/ 385301 w 5470628"/>
              <a:gd name="connsiteY206" fmla="*/ 287973 h 3193741"/>
              <a:gd name="connsiteX207" fmla="*/ 417598 w 5470628"/>
              <a:gd name="connsiteY207" fmla="*/ 285722 h 3193741"/>
              <a:gd name="connsiteX208" fmla="*/ 440155 w 5470628"/>
              <a:gd name="connsiteY208" fmla="*/ 308139 h 3193741"/>
              <a:gd name="connsiteX209" fmla="*/ 534406 w 5470628"/>
              <a:gd name="connsiteY209" fmla="*/ 339430 h 3193741"/>
              <a:gd name="connsiteX210" fmla="*/ 495633 w 5470628"/>
              <a:gd name="connsiteY210" fmla="*/ 333450 h 3193741"/>
              <a:gd name="connsiteX211" fmla="*/ 486289 w 5470628"/>
              <a:gd name="connsiteY211" fmla="*/ 322243 h 3193741"/>
              <a:gd name="connsiteX212" fmla="*/ 484000 w 5470628"/>
              <a:gd name="connsiteY212" fmla="*/ 304964 h 3193741"/>
              <a:gd name="connsiteX213" fmla="*/ 436911 w 5470628"/>
              <a:gd name="connsiteY213" fmla="*/ 280536 h 3193741"/>
              <a:gd name="connsiteX214" fmla="*/ 426865 w 5470628"/>
              <a:gd name="connsiteY214" fmla="*/ 277007 h 3193741"/>
              <a:gd name="connsiteX215" fmla="*/ 420654 w 5470628"/>
              <a:gd name="connsiteY215" fmla="*/ 268269 h 3193741"/>
              <a:gd name="connsiteX216" fmla="*/ 432329 w 5470628"/>
              <a:gd name="connsiteY216" fmla="*/ 259975 h 3193741"/>
              <a:gd name="connsiteX217" fmla="*/ 447672 w 5470628"/>
              <a:gd name="connsiteY217" fmla="*/ 257879 h 3193741"/>
              <a:gd name="connsiteX218" fmla="*/ 502242 w 5470628"/>
              <a:gd name="connsiteY218" fmla="*/ 273572 h 3193741"/>
              <a:gd name="connsiteX219" fmla="*/ 659874 w 5470628"/>
              <a:gd name="connsiteY219" fmla="*/ 365516 h 3193741"/>
              <a:gd name="connsiteX220" fmla="*/ 829177 w 5470628"/>
              <a:gd name="connsiteY220" fmla="*/ 444421 h 3193741"/>
              <a:gd name="connsiteX221" fmla="*/ 1231903 w 5470628"/>
              <a:gd name="connsiteY221" fmla="*/ 613682 h 3193741"/>
              <a:gd name="connsiteX222" fmla="*/ 1911736 w 5470628"/>
              <a:gd name="connsiteY222" fmla="*/ 685084 h 3193741"/>
              <a:gd name="connsiteX223" fmla="*/ 2564313 w 5470628"/>
              <a:gd name="connsiteY223" fmla="*/ 632143 h 3193741"/>
              <a:gd name="connsiteX224" fmla="*/ 2657304 w 5470628"/>
              <a:gd name="connsiteY224" fmla="*/ 624913 h 3193741"/>
              <a:gd name="connsiteX225" fmla="*/ 4235818 w 5470628"/>
              <a:gd name="connsiteY225" fmla="*/ 259339 h 3193741"/>
              <a:gd name="connsiteX226" fmla="*/ 4460331 w 5470628"/>
              <a:gd name="connsiteY226" fmla="*/ 176864 h 3193741"/>
              <a:gd name="connsiteX227" fmla="*/ 4499578 w 5470628"/>
              <a:gd name="connsiteY227" fmla="*/ 186791 h 3193741"/>
              <a:gd name="connsiteX228" fmla="*/ 4514640 w 5470628"/>
              <a:gd name="connsiteY228" fmla="*/ 188841 h 3193741"/>
              <a:gd name="connsiteX229" fmla="*/ 4516523 w 5470628"/>
              <a:gd name="connsiteY229" fmla="*/ 189988 h 3193741"/>
              <a:gd name="connsiteX230" fmla="*/ 4518126 w 5470628"/>
              <a:gd name="connsiteY230" fmla="*/ 189316 h 3193741"/>
              <a:gd name="connsiteX231" fmla="*/ 4514640 w 5470628"/>
              <a:gd name="connsiteY231" fmla="*/ 188841 h 3193741"/>
              <a:gd name="connsiteX232" fmla="*/ 4511569 w 5470628"/>
              <a:gd name="connsiteY232" fmla="*/ 186970 h 3193741"/>
              <a:gd name="connsiteX233" fmla="*/ 4510888 w 5470628"/>
              <a:gd name="connsiteY233" fmla="*/ 180943 h 3193741"/>
              <a:gd name="connsiteX234" fmla="*/ 4531865 w 5470628"/>
              <a:gd name="connsiteY234" fmla="*/ 155151 h 3193741"/>
              <a:gd name="connsiteX235" fmla="*/ 4573441 w 5470628"/>
              <a:gd name="connsiteY235" fmla="*/ 139676 h 3193741"/>
              <a:gd name="connsiteX236" fmla="*/ 4594964 w 5470628"/>
              <a:gd name="connsiteY236" fmla="*/ 145847 h 3193741"/>
              <a:gd name="connsiteX237" fmla="*/ 4623059 w 5470628"/>
              <a:gd name="connsiteY237" fmla="*/ 152410 h 3193741"/>
              <a:gd name="connsiteX238" fmla="*/ 4748356 w 5470628"/>
              <a:gd name="connsiteY238" fmla="*/ 68192 h 3193741"/>
              <a:gd name="connsiteX239" fmla="*/ 4833812 w 5470628"/>
              <a:gd name="connsiteY239" fmla="*/ 8017 h 3193741"/>
              <a:gd name="connsiteX240" fmla="*/ 4850908 w 5470628"/>
              <a:gd name="connsiteY240" fmla="*/ 727 h 31937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</a:cxnLst>
            <a:rect l="l" t="t" r="r" b="b"/>
            <a:pathLst>
              <a:path w="5470628" h="3193741">
                <a:moveTo>
                  <a:pt x="5462602" y="1413608"/>
                </a:moveTo>
                <a:lnTo>
                  <a:pt x="5465724" y="1421881"/>
                </a:lnTo>
                <a:cubicBezTo>
                  <a:pt x="5472118" y="1444281"/>
                  <a:pt x="5472640" y="1461744"/>
                  <a:pt x="5465025" y="1466556"/>
                </a:cubicBezTo>
                <a:lnTo>
                  <a:pt x="5463208" y="1466226"/>
                </a:lnTo>
                <a:lnTo>
                  <a:pt x="5463242" y="1451866"/>
                </a:lnTo>
                <a:cubicBezTo>
                  <a:pt x="5463190" y="1441487"/>
                  <a:pt x="5463068" y="1431722"/>
                  <a:pt x="5462894" y="1423194"/>
                </a:cubicBezTo>
                <a:close/>
                <a:moveTo>
                  <a:pt x="5461417" y="1391849"/>
                </a:moveTo>
                <a:cubicBezTo>
                  <a:pt x="5461710" y="1392940"/>
                  <a:pt x="5461992" y="1396513"/>
                  <a:pt x="5462246" y="1401944"/>
                </a:cubicBezTo>
                <a:lnTo>
                  <a:pt x="5462602" y="1413608"/>
                </a:lnTo>
                <a:lnTo>
                  <a:pt x="5459078" y="1404268"/>
                </a:lnTo>
                <a:lnTo>
                  <a:pt x="5460137" y="1393780"/>
                </a:lnTo>
                <a:cubicBezTo>
                  <a:pt x="5460561" y="1391114"/>
                  <a:pt x="5460982" y="1390270"/>
                  <a:pt x="5461417" y="1391849"/>
                </a:cubicBezTo>
                <a:close/>
                <a:moveTo>
                  <a:pt x="614271" y="1052206"/>
                </a:moveTo>
                <a:cubicBezTo>
                  <a:pt x="613444" y="1053256"/>
                  <a:pt x="612323" y="1054339"/>
                  <a:pt x="611497" y="1055389"/>
                </a:cubicBezTo>
                <a:cubicBezTo>
                  <a:pt x="617673" y="1058912"/>
                  <a:pt x="624115" y="1061928"/>
                  <a:pt x="630277" y="1065215"/>
                </a:cubicBezTo>
                <a:cubicBezTo>
                  <a:pt x="637469" y="1066004"/>
                  <a:pt x="644958" y="1066759"/>
                  <a:pt x="651856" y="1067584"/>
                </a:cubicBezTo>
                <a:cubicBezTo>
                  <a:pt x="639327" y="1062458"/>
                  <a:pt x="626799" y="1057332"/>
                  <a:pt x="614271" y="1052206"/>
                </a:cubicBezTo>
                <a:close/>
                <a:moveTo>
                  <a:pt x="810628" y="695550"/>
                </a:moveTo>
                <a:cubicBezTo>
                  <a:pt x="873537" y="739416"/>
                  <a:pt x="951215" y="767494"/>
                  <a:pt x="1033084" y="791270"/>
                </a:cubicBezTo>
                <a:cubicBezTo>
                  <a:pt x="1034205" y="790184"/>
                  <a:pt x="1035031" y="789136"/>
                  <a:pt x="1036153" y="788050"/>
                </a:cubicBezTo>
                <a:cubicBezTo>
                  <a:pt x="960983" y="757296"/>
                  <a:pt x="885798" y="726306"/>
                  <a:pt x="810628" y="695550"/>
                </a:cubicBezTo>
                <a:close/>
                <a:moveTo>
                  <a:pt x="4850908" y="727"/>
                </a:moveTo>
                <a:cubicBezTo>
                  <a:pt x="4858191" y="2929"/>
                  <a:pt x="4860543" y="7152"/>
                  <a:pt x="4858584" y="13795"/>
                </a:cubicBezTo>
                <a:cubicBezTo>
                  <a:pt x="4855845" y="22194"/>
                  <a:pt x="4850092" y="30008"/>
                  <a:pt x="4843408" y="37224"/>
                </a:cubicBezTo>
                <a:cubicBezTo>
                  <a:pt x="4812232" y="71132"/>
                  <a:pt x="4827067" y="79774"/>
                  <a:pt x="4871062" y="78954"/>
                </a:cubicBezTo>
                <a:cubicBezTo>
                  <a:pt x="4910302" y="78234"/>
                  <a:pt x="4949507" y="72299"/>
                  <a:pt x="4989038" y="66799"/>
                </a:cubicBezTo>
                <a:cubicBezTo>
                  <a:pt x="5008500" y="63967"/>
                  <a:pt x="5009491" y="65509"/>
                  <a:pt x="5002636" y="79388"/>
                </a:cubicBezTo>
                <a:cubicBezTo>
                  <a:pt x="4991594" y="102315"/>
                  <a:pt x="4990844" y="123285"/>
                  <a:pt x="5008332" y="140859"/>
                </a:cubicBezTo>
                <a:cubicBezTo>
                  <a:pt x="5012456" y="144868"/>
                  <a:pt x="5015428" y="149491"/>
                  <a:pt x="5014326" y="155555"/>
                </a:cubicBezTo>
                <a:cubicBezTo>
                  <a:pt x="5009356" y="180357"/>
                  <a:pt x="5019874" y="200674"/>
                  <a:pt x="5030704" y="221190"/>
                </a:cubicBezTo>
                <a:cubicBezTo>
                  <a:pt x="5048958" y="255517"/>
                  <a:pt x="5072099" y="287116"/>
                  <a:pt x="5097262" y="317759"/>
                </a:cubicBezTo>
                <a:cubicBezTo>
                  <a:pt x="5115004" y="339336"/>
                  <a:pt x="5126222" y="365974"/>
                  <a:pt x="5165084" y="373367"/>
                </a:cubicBezTo>
                <a:cubicBezTo>
                  <a:pt x="5174420" y="375083"/>
                  <a:pt x="5177498" y="381353"/>
                  <a:pt x="5174137" y="389353"/>
                </a:cubicBezTo>
                <a:cubicBezTo>
                  <a:pt x="5163026" y="415847"/>
                  <a:pt x="5172067" y="436343"/>
                  <a:pt x="5192507" y="453561"/>
                </a:cubicBezTo>
                <a:cubicBezTo>
                  <a:pt x="5199734" y="459565"/>
                  <a:pt x="5197020" y="463690"/>
                  <a:pt x="5187160" y="467732"/>
                </a:cubicBezTo>
                <a:cubicBezTo>
                  <a:pt x="5175836" y="472188"/>
                  <a:pt x="5167025" y="478711"/>
                  <a:pt x="5160106" y="486904"/>
                </a:cubicBezTo>
                <a:cubicBezTo>
                  <a:pt x="5148744" y="500143"/>
                  <a:pt x="5143396" y="514315"/>
                  <a:pt x="5138948" y="528614"/>
                </a:cubicBezTo>
                <a:cubicBezTo>
                  <a:pt x="5132042" y="551041"/>
                  <a:pt x="5123894" y="572670"/>
                  <a:pt x="5097016" y="589923"/>
                </a:cubicBezTo>
                <a:cubicBezTo>
                  <a:pt x="5089016" y="595163"/>
                  <a:pt x="5082598" y="601872"/>
                  <a:pt x="5075869" y="608381"/>
                </a:cubicBezTo>
                <a:cubicBezTo>
                  <a:pt x="5078016" y="614052"/>
                  <a:pt x="5083322" y="617918"/>
                  <a:pt x="5093172" y="618385"/>
                </a:cubicBezTo>
                <a:cubicBezTo>
                  <a:pt x="5155867" y="621469"/>
                  <a:pt x="5153088" y="652648"/>
                  <a:pt x="5153518" y="687474"/>
                </a:cubicBezTo>
                <a:cubicBezTo>
                  <a:pt x="5154177" y="730575"/>
                  <a:pt x="5118812" y="754787"/>
                  <a:pt x="5074984" y="776941"/>
                </a:cubicBezTo>
                <a:cubicBezTo>
                  <a:pt x="5059986" y="784451"/>
                  <a:pt x="5038116" y="786863"/>
                  <a:pt x="5033348" y="805473"/>
                </a:cubicBezTo>
                <a:cubicBezTo>
                  <a:pt x="5059529" y="819384"/>
                  <a:pt x="5089376" y="802009"/>
                  <a:pt x="5116847" y="803426"/>
                </a:cubicBezTo>
                <a:cubicBezTo>
                  <a:pt x="5139548" y="804709"/>
                  <a:pt x="5176330" y="798120"/>
                  <a:pt x="5147902" y="833118"/>
                </a:cubicBezTo>
                <a:cubicBezTo>
                  <a:pt x="5139626" y="843373"/>
                  <a:pt x="5150382" y="848714"/>
                  <a:pt x="5161665" y="848297"/>
                </a:cubicBezTo>
                <a:cubicBezTo>
                  <a:pt x="5253064" y="844106"/>
                  <a:pt x="5215170" y="912756"/>
                  <a:pt x="5246520" y="942412"/>
                </a:cubicBezTo>
                <a:cubicBezTo>
                  <a:pt x="5255359" y="950358"/>
                  <a:pt x="5247812" y="967405"/>
                  <a:pt x="5235368" y="972946"/>
                </a:cubicBezTo>
                <a:cubicBezTo>
                  <a:pt x="5156387" y="1008610"/>
                  <a:pt x="5149354" y="1071149"/>
                  <a:pt x="5113739" y="1128845"/>
                </a:cubicBezTo>
                <a:cubicBezTo>
                  <a:pt x="5157305" y="1144685"/>
                  <a:pt x="5208388" y="1143005"/>
                  <a:pt x="5255034" y="1151117"/>
                </a:cubicBezTo>
                <a:cubicBezTo>
                  <a:pt x="5303482" y="1159484"/>
                  <a:pt x="5304156" y="1170079"/>
                  <a:pt x="5267513" y="1216275"/>
                </a:cubicBezTo>
                <a:cubicBezTo>
                  <a:pt x="5370269" y="1212844"/>
                  <a:pt x="5370269" y="1212844"/>
                  <a:pt x="5343113" y="1281854"/>
                </a:cubicBezTo>
                <a:cubicBezTo>
                  <a:pt x="5386272" y="1279593"/>
                  <a:pt x="5428618" y="1334726"/>
                  <a:pt x="5452014" y="1385543"/>
                </a:cubicBezTo>
                <a:lnTo>
                  <a:pt x="5459078" y="1404268"/>
                </a:lnTo>
                <a:lnTo>
                  <a:pt x="5458838" y="1406644"/>
                </a:lnTo>
                <a:cubicBezTo>
                  <a:pt x="5457942" y="1418063"/>
                  <a:pt x="5456960" y="1434367"/>
                  <a:pt x="5455752" y="1450751"/>
                </a:cubicBezTo>
                <a:lnTo>
                  <a:pt x="5454594" y="1464662"/>
                </a:lnTo>
                <a:lnTo>
                  <a:pt x="5447215" y="1463321"/>
                </a:lnTo>
                <a:cubicBezTo>
                  <a:pt x="5441256" y="1459714"/>
                  <a:pt x="5437002" y="1458345"/>
                  <a:pt x="5433934" y="1458428"/>
                </a:cubicBezTo>
                <a:cubicBezTo>
                  <a:pt x="5424728" y="1458676"/>
                  <a:pt x="5426188" y="1471978"/>
                  <a:pt x="5424276" y="1477014"/>
                </a:cubicBezTo>
                <a:cubicBezTo>
                  <a:pt x="5417851" y="1492977"/>
                  <a:pt x="5433852" y="1501241"/>
                  <a:pt x="5444628" y="1511562"/>
                </a:cubicBezTo>
                <a:cubicBezTo>
                  <a:pt x="5448663" y="1515344"/>
                  <a:pt x="5451544" y="1497678"/>
                  <a:pt x="5453752" y="1474786"/>
                </a:cubicBezTo>
                <a:lnTo>
                  <a:pt x="5454594" y="1464662"/>
                </a:lnTo>
                <a:lnTo>
                  <a:pt x="5463208" y="1466226"/>
                </a:lnTo>
                <a:lnTo>
                  <a:pt x="5463164" y="1484226"/>
                </a:lnTo>
                <a:cubicBezTo>
                  <a:pt x="5462722" y="1528173"/>
                  <a:pt x="5460824" y="1571999"/>
                  <a:pt x="5456160" y="1575885"/>
                </a:cubicBezTo>
                <a:cubicBezTo>
                  <a:pt x="5406708" y="1617226"/>
                  <a:pt x="5442751" y="1692579"/>
                  <a:pt x="5345636" y="1714543"/>
                </a:cubicBezTo>
                <a:cubicBezTo>
                  <a:pt x="5301930" y="1724583"/>
                  <a:pt x="5282493" y="1755882"/>
                  <a:pt x="5251319" y="1775792"/>
                </a:cubicBezTo>
                <a:cubicBezTo>
                  <a:pt x="5142610" y="1844714"/>
                  <a:pt x="5072132" y="1925140"/>
                  <a:pt x="5043512" y="2027305"/>
                </a:cubicBezTo>
                <a:cubicBezTo>
                  <a:pt x="5035488" y="2055562"/>
                  <a:pt x="5000258" y="2081893"/>
                  <a:pt x="4978144" y="2108535"/>
                </a:cubicBezTo>
                <a:cubicBezTo>
                  <a:pt x="4990785" y="2124798"/>
                  <a:pt x="5050411" y="2079615"/>
                  <a:pt x="5031476" y="2128173"/>
                </a:cubicBezTo>
                <a:cubicBezTo>
                  <a:pt x="5017138" y="2164787"/>
                  <a:pt x="4975973" y="2191363"/>
                  <a:pt x="4937389" y="2216441"/>
                </a:cubicBezTo>
                <a:cubicBezTo>
                  <a:pt x="4893079" y="2245058"/>
                  <a:pt x="4843760" y="2269776"/>
                  <a:pt x="4826122" y="2315331"/>
                </a:cubicBezTo>
                <a:cubicBezTo>
                  <a:pt x="4822276" y="2325050"/>
                  <a:pt x="3896510" y="3112888"/>
                  <a:pt x="2544647" y="3190975"/>
                </a:cubicBezTo>
                <a:cubicBezTo>
                  <a:pt x="2323734" y="3203734"/>
                  <a:pt x="1445947" y="3169121"/>
                  <a:pt x="1328257" y="3153006"/>
                </a:cubicBezTo>
                <a:cubicBezTo>
                  <a:pt x="1207258" y="3136344"/>
                  <a:pt x="1101756" y="3091943"/>
                  <a:pt x="977943" y="3082502"/>
                </a:cubicBezTo>
                <a:cubicBezTo>
                  <a:pt x="912454" y="3077622"/>
                  <a:pt x="848655" y="3061861"/>
                  <a:pt x="854473" y="2994250"/>
                </a:cubicBezTo>
                <a:cubicBezTo>
                  <a:pt x="856228" y="2975057"/>
                  <a:pt x="838125" y="2961827"/>
                  <a:pt x="811593" y="2970498"/>
                </a:cubicBezTo>
                <a:cubicBezTo>
                  <a:pt x="761454" y="2987010"/>
                  <a:pt x="736680" y="2962489"/>
                  <a:pt x="707024" y="2945439"/>
                </a:cubicBezTo>
                <a:cubicBezTo>
                  <a:pt x="654509" y="2915262"/>
                  <a:pt x="603913" y="2882480"/>
                  <a:pt x="523487" y="2886053"/>
                </a:cubicBezTo>
                <a:cubicBezTo>
                  <a:pt x="537017" y="2855468"/>
                  <a:pt x="563587" y="2856758"/>
                  <a:pt x="587884" y="2859746"/>
                </a:cubicBezTo>
                <a:cubicBezTo>
                  <a:pt x="652090" y="2867866"/>
                  <a:pt x="715235" y="2878012"/>
                  <a:pt x="779426" y="2885897"/>
                </a:cubicBezTo>
                <a:cubicBezTo>
                  <a:pt x="821123" y="2891048"/>
                  <a:pt x="863074" y="2900202"/>
                  <a:pt x="917288" y="2882248"/>
                </a:cubicBezTo>
                <a:cubicBezTo>
                  <a:pt x="866364" y="2830288"/>
                  <a:pt x="785092" y="2829930"/>
                  <a:pt x="718684" y="2819941"/>
                </a:cubicBezTo>
                <a:cubicBezTo>
                  <a:pt x="635747" y="2807447"/>
                  <a:pt x="584925" y="2771133"/>
                  <a:pt x="524650" y="2731220"/>
                </a:cubicBezTo>
                <a:cubicBezTo>
                  <a:pt x="584180" y="2712621"/>
                  <a:pt x="623299" y="2742760"/>
                  <a:pt x="670138" y="2735189"/>
                </a:cubicBezTo>
                <a:cubicBezTo>
                  <a:pt x="672406" y="2728745"/>
                  <a:pt x="675988" y="2719532"/>
                  <a:pt x="675382" y="2719369"/>
                </a:cubicBezTo>
                <a:cubicBezTo>
                  <a:pt x="596666" y="2703042"/>
                  <a:pt x="557844" y="2658869"/>
                  <a:pt x="542021" y="2601946"/>
                </a:cubicBezTo>
                <a:cubicBezTo>
                  <a:pt x="533902" y="2572560"/>
                  <a:pt x="505246" y="2566541"/>
                  <a:pt x="476895" y="2555976"/>
                </a:cubicBezTo>
                <a:cubicBezTo>
                  <a:pt x="377189" y="2518466"/>
                  <a:pt x="272496" y="2486779"/>
                  <a:pt x="188751" y="2428830"/>
                </a:cubicBezTo>
                <a:cubicBezTo>
                  <a:pt x="280875" y="2426687"/>
                  <a:pt x="357216" y="2461808"/>
                  <a:pt x="456762" y="2468731"/>
                </a:cubicBezTo>
                <a:cubicBezTo>
                  <a:pt x="373794" y="2404281"/>
                  <a:pt x="269816" y="2379152"/>
                  <a:pt x="174514" y="2345378"/>
                </a:cubicBezTo>
                <a:cubicBezTo>
                  <a:pt x="130977" y="2330009"/>
                  <a:pt x="90329" y="2308598"/>
                  <a:pt x="38827" y="2303685"/>
                </a:cubicBezTo>
                <a:cubicBezTo>
                  <a:pt x="20556" y="2301864"/>
                  <a:pt x="-10092" y="2297272"/>
                  <a:pt x="3281" y="2273587"/>
                </a:cubicBezTo>
                <a:cubicBezTo>
                  <a:pt x="14533" y="2253956"/>
                  <a:pt x="39095" y="2256437"/>
                  <a:pt x="61590" y="2259170"/>
                </a:cubicBezTo>
                <a:cubicBezTo>
                  <a:pt x="115591" y="2265916"/>
                  <a:pt x="170539" y="2259497"/>
                  <a:pt x="242291" y="2250569"/>
                </a:cubicBezTo>
                <a:cubicBezTo>
                  <a:pt x="178223" y="2197829"/>
                  <a:pt x="68904" y="2229102"/>
                  <a:pt x="13205" y="2172263"/>
                </a:cubicBezTo>
                <a:cubicBezTo>
                  <a:pt x="77196" y="2153598"/>
                  <a:pt x="128251" y="2170191"/>
                  <a:pt x="180810" y="2168333"/>
                </a:cubicBezTo>
                <a:cubicBezTo>
                  <a:pt x="228319" y="2166612"/>
                  <a:pt x="239444" y="2154350"/>
                  <a:pt x="226020" y="2121100"/>
                </a:cubicBezTo>
                <a:cubicBezTo>
                  <a:pt x="205165" y="2069293"/>
                  <a:pt x="229388" y="2038364"/>
                  <a:pt x="299145" y="2044862"/>
                </a:cubicBezTo>
                <a:cubicBezTo>
                  <a:pt x="363822" y="2051027"/>
                  <a:pt x="369032" y="2029991"/>
                  <a:pt x="350236" y="2001187"/>
                </a:cubicBezTo>
                <a:cubicBezTo>
                  <a:pt x="322862" y="1959187"/>
                  <a:pt x="348423" y="1921214"/>
                  <a:pt x="365223" y="1881218"/>
                </a:cubicBezTo>
                <a:cubicBezTo>
                  <a:pt x="390527" y="1820499"/>
                  <a:pt x="376326" y="1793748"/>
                  <a:pt x="310707" y="1758752"/>
                </a:cubicBezTo>
                <a:cubicBezTo>
                  <a:pt x="273754" y="1739265"/>
                  <a:pt x="234367" y="1723631"/>
                  <a:pt x="181659" y="1709137"/>
                </a:cubicBezTo>
                <a:cubicBezTo>
                  <a:pt x="299387" y="1683727"/>
                  <a:pt x="172918" y="1660608"/>
                  <a:pt x="213063" y="1632021"/>
                </a:cubicBezTo>
                <a:cubicBezTo>
                  <a:pt x="296030" y="1612244"/>
                  <a:pt x="369047" y="1679323"/>
                  <a:pt x="481390" y="1644125"/>
                </a:cubicBezTo>
                <a:cubicBezTo>
                  <a:pt x="336659" y="1595935"/>
                  <a:pt x="176348" y="1532074"/>
                  <a:pt x="68930" y="1457537"/>
                </a:cubicBezTo>
                <a:cubicBezTo>
                  <a:pt x="91299" y="1434897"/>
                  <a:pt x="115799" y="1450436"/>
                  <a:pt x="135138" y="1440976"/>
                </a:cubicBezTo>
                <a:cubicBezTo>
                  <a:pt x="133952" y="1436374"/>
                  <a:pt x="135290" y="1429332"/>
                  <a:pt x="131611" y="1427642"/>
                </a:cubicBezTo>
                <a:cubicBezTo>
                  <a:pt x="52402" y="1389548"/>
                  <a:pt x="51441" y="1388478"/>
                  <a:pt x="130443" y="1343795"/>
                </a:cubicBezTo>
                <a:cubicBezTo>
                  <a:pt x="158017" y="1328118"/>
                  <a:pt x="154966" y="1317573"/>
                  <a:pt x="138930" y="1304094"/>
                </a:cubicBezTo>
                <a:cubicBezTo>
                  <a:pt x="127608" y="1294551"/>
                  <a:pt x="113720" y="1286742"/>
                  <a:pt x="118409" y="1262212"/>
                </a:cubicBezTo>
                <a:cubicBezTo>
                  <a:pt x="164937" y="1287183"/>
                  <a:pt x="383505" y="1312432"/>
                  <a:pt x="421410" y="1304757"/>
                </a:cubicBezTo>
                <a:cubicBezTo>
                  <a:pt x="464009" y="1296037"/>
                  <a:pt x="610877" y="1288926"/>
                  <a:pt x="655702" y="1291801"/>
                </a:cubicBezTo>
                <a:cubicBezTo>
                  <a:pt x="653235" y="1290438"/>
                  <a:pt x="650767" y="1289077"/>
                  <a:pt x="648299" y="1287715"/>
                </a:cubicBezTo>
                <a:cubicBezTo>
                  <a:pt x="603999" y="1260339"/>
                  <a:pt x="559107" y="1233035"/>
                  <a:pt x="531027" y="1193967"/>
                </a:cubicBezTo>
                <a:cubicBezTo>
                  <a:pt x="529741" y="1192462"/>
                  <a:pt x="529061" y="1191120"/>
                  <a:pt x="526433" y="1191913"/>
                </a:cubicBezTo>
                <a:cubicBezTo>
                  <a:pt x="503415" y="1199684"/>
                  <a:pt x="505590" y="1187083"/>
                  <a:pt x="504666" y="1177230"/>
                </a:cubicBezTo>
                <a:cubicBezTo>
                  <a:pt x="503726" y="1167141"/>
                  <a:pt x="499378" y="1159602"/>
                  <a:pt x="482307" y="1162618"/>
                </a:cubicBezTo>
                <a:cubicBezTo>
                  <a:pt x="481421" y="1162726"/>
                  <a:pt x="480226" y="1162633"/>
                  <a:pt x="479029" y="1162540"/>
                </a:cubicBezTo>
                <a:cubicBezTo>
                  <a:pt x="470949" y="1161859"/>
                  <a:pt x="444139" y="1138059"/>
                  <a:pt x="447663" y="1132649"/>
                </a:cubicBezTo>
                <a:cubicBezTo>
                  <a:pt x="455539" y="1120781"/>
                  <a:pt x="446335" y="1116439"/>
                  <a:pt x="438547" y="1110977"/>
                </a:cubicBezTo>
                <a:cubicBezTo>
                  <a:pt x="427656" y="1103517"/>
                  <a:pt x="416795" y="1096529"/>
                  <a:pt x="405343" y="1089612"/>
                </a:cubicBezTo>
                <a:cubicBezTo>
                  <a:pt x="394202" y="1082895"/>
                  <a:pt x="382794" y="1076684"/>
                  <a:pt x="371373" y="1070238"/>
                </a:cubicBezTo>
                <a:cubicBezTo>
                  <a:pt x="344889" y="1065616"/>
                  <a:pt x="318169" y="1061972"/>
                  <a:pt x="290358" y="1059884"/>
                </a:cubicBezTo>
                <a:cubicBezTo>
                  <a:pt x="269709" y="1058114"/>
                  <a:pt x="246624" y="1055453"/>
                  <a:pt x="235140" y="1029322"/>
                </a:cubicBezTo>
                <a:cubicBezTo>
                  <a:pt x="256895" y="1029771"/>
                  <a:pt x="278695" y="1030927"/>
                  <a:pt x="300494" y="1032083"/>
                </a:cubicBezTo>
                <a:cubicBezTo>
                  <a:pt x="279542" y="1020860"/>
                  <a:pt x="259181" y="1009565"/>
                  <a:pt x="239661" y="997457"/>
                </a:cubicBezTo>
                <a:cubicBezTo>
                  <a:pt x="223540" y="987309"/>
                  <a:pt x="210281" y="975391"/>
                  <a:pt x="204788" y="959211"/>
                </a:cubicBezTo>
                <a:cubicBezTo>
                  <a:pt x="203337" y="955117"/>
                  <a:pt x="202166" y="950750"/>
                  <a:pt x="207583" y="947009"/>
                </a:cubicBezTo>
                <a:cubicBezTo>
                  <a:pt x="213561" y="942727"/>
                  <a:pt x="218466" y="944980"/>
                  <a:pt x="223061" y="947033"/>
                </a:cubicBezTo>
                <a:cubicBezTo>
                  <a:pt x="242046" y="955410"/>
                  <a:pt x="261311" y="963516"/>
                  <a:pt x="280015" y="972164"/>
                </a:cubicBezTo>
                <a:cubicBezTo>
                  <a:pt x="304852" y="983629"/>
                  <a:pt x="329408" y="995365"/>
                  <a:pt x="353948" y="1006865"/>
                </a:cubicBezTo>
                <a:cubicBezTo>
                  <a:pt x="319294" y="981405"/>
                  <a:pt x="281290" y="959435"/>
                  <a:pt x="240466" y="939943"/>
                </a:cubicBezTo>
                <a:cubicBezTo>
                  <a:pt x="210990" y="925718"/>
                  <a:pt x="181514" y="911494"/>
                  <a:pt x="158812" y="891467"/>
                </a:cubicBezTo>
                <a:cubicBezTo>
                  <a:pt x="147166" y="881489"/>
                  <a:pt x="141336" y="869384"/>
                  <a:pt x="139551" y="855364"/>
                </a:cubicBezTo>
                <a:cubicBezTo>
                  <a:pt x="139312" y="851597"/>
                  <a:pt x="139634" y="847287"/>
                  <a:pt x="145731" y="844888"/>
                </a:cubicBezTo>
                <a:cubicBezTo>
                  <a:pt x="151843" y="842724"/>
                  <a:pt x="155581" y="845356"/>
                  <a:pt x="158154" y="848366"/>
                </a:cubicBezTo>
                <a:cubicBezTo>
                  <a:pt x="161052" y="851811"/>
                  <a:pt x="164496" y="854479"/>
                  <a:pt x="169370" y="856260"/>
                </a:cubicBezTo>
                <a:cubicBezTo>
                  <a:pt x="212096" y="872913"/>
                  <a:pt x="249775" y="894448"/>
                  <a:pt x="288295" y="915169"/>
                </a:cubicBezTo>
                <a:cubicBezTo>
                  <a:pt x="343452" y="944788"/>
                  <a:pt x="397769" y="975222"/>
                  <a:pt x="462694" y="994643"/>
                </a:cubicBezTo>
                <a:cubicBezTo>
                  <a:pt x="487260" y="1001870"/>
                  <a:pt x="512622" y="1007575"/>
                  <a:pt x="531910" y="1006664"/>
                </a:cubicBezTo>
                <a:cubicBezTo>
                  <a:pt x="460990" y="972547"/>
                  <a:pt x="394087" y="936046"/>
                  <a:pt x="333940" y="893507"/>
                </a:cubicBezTo>
                <a:cubicBezTo>
                  <a:pt x="273173" y="850568"/>
                  <a:pt x="219876" y="803403"/>
                  <a:pt x="181443" y="746608"/>
                </a:cubicBezTo>
                <a:cubicBezTo>
                  <a:pt x="177494" y="740681"/>
                  <a:pt x="175038" y="734810"/>
                  <a:pt x="162678" y="737018"/>
                </a:cubicBezTo>
                <a:cubicBezTo>
                  <a:pt x="157082" y="737933"/>
                  <a:pt x="155070" y="734381"/>
                  <a:pt x="156307" y="730435"/>
                </a:cubicBezTo>
                <a:cubicBezTo>
                  <a:pt x="164051" y="702450"/>
                  <a:pt x="145532" y="687373"/>
                  <a:pt x="117227" y="677515"/>
                </a:cubicBezTo>
                <a:cubicBezTo>
                  <a:pt x="108392" y="674314"/>
                  <a:pt x="107546" y="670384"/>
                  <a:pt x="113655" y="663474"/>
                </a:cubicBezTo>
                <a:cubicBezTo>
                  <a:pt x="121976" y="653926"/>
                  <a:pt x="120506" y="644851"/>
                  <a:pt x="115226" y="636712"/>
                </a:cubicBezTo>
                <a:cubicBezTo>
                  <a:pt x="112224" y="631619"/>
                  <a:pt x="108350" y="626868"/>
                  <a:pt x="105067" y="622046"/>
                </a:cubicBezTo>
                <a:cubicBezTo>
                  <a:pt x="102790" y="619000"/>
                  <a:pt x="99022" y="615897"/>
                  <a:pt x="104113" y="611722"/>
                </a:cubicBezTo>
                <a:cubicBezTo>
                  <a:pt x="108939" y="608053"/>
                  <a:pt x="114081" y="609328"/>
                  <a:pt x="118895" y="610169"/>
                </a:cubicBezTo>
                <a:cubicBezTo>
                  <a:pt x="142040" y="613772"/>
                  <a:pt x="156094" y="624170"/>
                  <a:pt x="163095" y="640642"/>
                </a:cubicBezTo>
                <a:cubicBezTo>
                  <a:pt x="168334" y="652819"/>
                  <a:pt x="173104" y="652953"/>
                  <a:pt x="185766" y="641454"/>
                </a:cubicBezTo>
                <a:cubicBezTo>
                  <a:pt x="195327" y="632704"/>
                  <a:pt x="204232" y="632337"/>
                  <a:pt x="212892" y="637457"/>
                </a:cubicBezTo>
                <a:cubicBezTo>
                  <a:pt x="217516" y="639981"/>
                  <a:pt x="220444" y="643897"/>
                  <a:pt x="223932" y="647271"/>
                </a:cubicBezTo>
                <a:cubicBezTo>
                  <a:pt x="241420" y="664845"/>
                  <a:pt x="259762" y="681841"/>
                  <a:pt x="287167" y="691571"/>
                </a:cubicBezTo>
                <a:cubicBezTo>
                  <a:pt x="299355" y="696027"/>
                  <a:pt x="312354" y="699197"/>
                  <a:pt x="330380" y="692506"/>
                </a:cubicBezTo>
                <a:cubicBezTo>
                  <a:pt x="318517" y="688486"/>
                  <a:pt x="306954" y="689175"/>
                  <a:pt x="296172" y="688108"/>
                </a:cubicBezTo>
                <a:cubicBezTo>
                  <a:pt x="285390" y="687041"/>
                  <a:pt x="279539" y="683953"/>
                  <a:pt x="286974" y="674512"/>
                </a:cubicBezTo>
                <a:cubicBezTo>
                  <a:pt x="291105" y="669267"/>
                  <a:pt x="290555" y="665301"/>
                  <a:pt x="286166" y="661798"/>
                </a:cubicBezTo>
                <a:cubicBezTo>
                  <a:pt x="272052" y="650459"/>
                  <a:pt x="264416" y="633352"/>
                  <a:pt x="236268" y="635338"/>
                </a:cubicBezTo>
                <a:cubicBezTo>
                  <a:pt x="234792" y="635517"/>
                  <a:pt x="233255" y="634754"/>
                  <a:pt x="231734" y="634225"/>
                </a:cubicBezTo>
                <a:cubicBezTo>
                  <a:pt x="225957" y="632316"/>
                  <a:pt x="219575" y="630241"/>
                  <a:pt x="221253" y="623870"/>
                </a:cubicBezTo>
                <a:cubicBezTo>
                  <a:pt x="223227" y="617462"/>
                  <a:pt x="230816" y="615119"/>
                  <a:pt x="237564" y="613590"/>
                </a:cubicBezTo>
                <a:cubicBezTo>
                  <a:pt x="254884" y="609831"/>
                  <a:pt x="268844" y="614072"/>
                  <a:pt x="282259" y="619091"/>
                </a:cubicBezTo>
                <a:cubicBezTo>
                  <a:pt x="314893" y="631509"/>
                  <a:pt x="342201" y="649080"/>
                  <a:pt x="370630" y="665566"/>
                </a:cubicBezTo>
                <a:cubicBezTo>
                  <a:pt x="413275" y="690295"/>
                  <a:pt x="451153" y="719635"/>
                  <a:pt x="498017" y="740532"/>
                </a:cubicBezTo>
                <a:cubicBezTo>
                  <a:pt x="637369" y="802423"/>
                  <a:pt x="774774" y="866448"/>
                  <a:pt x="918036" y="924307"/>
                </a:cubicBezTo>
                <a:cubicBezTo>
                  <a:pt x="970882" y="945666"/>
                  <a:pt x="1024819" y="965469"/>
                  <a:pt x="1079304" y="984494"/>
                </a:cubicBezTo>
                <a:cubicBezTo>
                  <a:pt x="1079509" y="983045"/>
                  <a:pt x="1079744" y="982067"/>
                  <a:pt x="1079935" y="980383"/>
                </a:cubicBezTo>
                <a:cubicBezTo>
                  <a:pt x="1079860" y="979206"/>
                  <a:pt x="1079770" y="977793"/>
                  <a:pt x="1079695" y="976616"/>
                </a:cubicBezTo>
                <a:cubicBezTo>
                  <a:pt x="1041139" y="964679"/>
                  <a:pt x="1003098" y="951491"/>
                  <a:pt x="966178" y="937219"/>
                </a:cubicBezTo>
                <a:cubicBezTo>
                  <a:pt x="875541" y="901932"/>
                  <a:pt x="791930" y="860100"/>
                  <a:pt x="720106" y="807112"/>
                </a:cubicBezTo>
                <a:cubicBezTo>
                  <a:pt x="714181" y="802848"/>
                  <a:pt x="707904" y="802421"/>
                  <a:pt x="698823" y="804708"/>
                </a:cubicBezTo>
                <a:cubicBezTo>
                  <a:pt x="669544" y="812288"/>
                  <a:pt x="659939" y="806334"/>
                  <a:pt x="664513" y="784663"/>
                </a:cubicBezTo>
                <a:cubicBezTo>
                  <a:pt x="665660" y="779304"/>
                  <a:pt x="665686" y="775031"/>
                  <a:pt x="660380" y="771165"/>
                </a:cubicBezTo>
                <a:cubicBezTo>
                  <a:pt x="636661" y="753871"/>
                  <a:pt x="611807" y="737427"/>
                  <a:pt x="584959" y="722409"/>
                </a:cubicBezTo>
                <a:cubicBezTo>
                  <a:pt x="535282" y="694735"/>
                  <a:pt x="482226" y="670082"/>
                  <a:pt x="435649" y="639659"/>
                </a:cubicBezTo>
                <a:cubicBezTo>
                  <a:pt x="421965" y="630403"/>
                  <a:pt x="411440" y="619340"/>
                  <a:pt x="404944" y="606128"/>
                </a:cubicBezTo>
                <a:cubicBezTo>
                  <a:pt x="402872" y="601635"/>
                  <a:pt x="401613" y="595856"/>
                  <a:pt x="408476" y="591466"/>
                </a:cubicBezTo>
                <a:cubicBezTo>
                  <a:pt x="415044" y="587111"/>
                  <a:pt x="420320" y="590506"/>
                  <a:pt x="425225" y="592759"/>
                </a:cubicBezTo>
                <a:cubicBezTo>
                  <a:pt x="445746" y="601899"/>
                  <a:pt x="466578" y="611238"/>
                  <a:pt x="487115" y="620614"/>
                </a:cubicBezTo>
                <a:cubicBezTo>
                  <a:pt x="507947" y="629954"/>
                  <a:pt x="528514" y="639800"/>
                  <a:pt x="550277" y="649738"/>
                </a:cubicBezTo>
                <a:cubicBezTo>
                  <a:pt x="551408" y="644145"/>
                  <a:pt x="546904" y="643504"/>
                  <a:pt x="544421" y="641907"/>
                </a:cubicBezTo>
                <a:cubicBezTo>
                  <a:pt x="509355" y="619344"/>
                  <a:pt x="471190" y="599529"/>
                  <a:pt x="431905" y="580799"/>
                </a:cubicBezTo>
                <a:cubicBezTo>
                  <a:pt x="401512" y="566211"/>
                  <a:pt x="371947" y="550574"/>
                  <a:pt x="351177" y="528177"/>
                </a:cubicBezTo>
                <a:cubicBezTo>
                  <a:pt x="343180" y="519419"/>
                  <a:pt x="338696" y="509759"/>
                  <a:pt x="339749" y="498244"/>
                </a:cubicBezTo>
                <a:cubicBezTo>
                  <a:pt x="340115" y="494641"/>
                  <a:pt x="340481" y="491037"/>
                  <a:pt x="346313" y="489145"/>
                </a:cubicBezTo>
                <a:cubicBezTo>
                  <a:pt x="350979" y="487631"/>
                  <a:pt x="354067" y="489392"/>
                  <a:pt x="356579" y="491460"/>
                </a:cubicBezTo>
                <a:cubicBezTo>
                  <a:pt x="360984" y="495197"/>
                  <a:pt x="365388" y="498934"/>
                  <a:pt x="371505" y="501516"/>
                </a:cubicBezTo>
                <a:cubicBezTo>
                  <a:pt x="408203" y="517000"/>
                  <a:pt x="442659" y="534654"/>
                  <a:pt x="476275" y="553122"/>
                </a:cubicBezTo>
                <a:cubicBezTo>
                  <a:pt x="531461" y="583213"/>
                  <a:pt x="586103" y="614082"/>
                  <a:pt x="649952" y="635294"/>
                </a:cubicBezTo>
                <a:cubicBezTo>
                  <a:pt x="673972" y="643298"/>
                  <a:pt x="698805" y="650018"/>
                  <a:pt x="727161" y="651328"/>
                </a:cubicBezTo>
                <a:cubicBezTo>
                  <a:pt x="726126" y="649081"/>
                  <a:pt x="724263" y="647883"/>
                  <a:pt x="722417" y="646921"/>
                </a:cubicBezTo>
                <a:cubicBezTo>
                  <a:pt x="660627" y="615969"/>
                  <a:pt x="600830" y="583590"/>
                  <a:pt x="546079" y="546328"/>
                </a:cubicBezTo>
                <a:cubicBezTo>
                  <a:pt x="478576" y="500409"/>
                  <a:pt x="420223" y="448637"/>
                  <a:pt x="378182" y="386585"/>
                </a:cubicBezTo>
                <a:cubicBezTo>
                  <a:pt x="376229" y="383975"/>
                  <a:pt x="374884" y="381528"/>
                  <a:pt x="370158" y="382100"/>
                </a:cubicBezTo>
                <a:cubicBezTo>
                  <a:pt x="358064" y="383802"/>
                  <a:pt x="356583" y="379236"/>
                  <a:pt x="357861" y="371252"/>
                </a:cubicBezTo>
                <a:cubicBezTo>
                  <a:pt x="361373" y="351608"/>
                  <a:pt x="352380" y="336565"/>
                  <a:pt x="331313" y="328203"/>
                </a:cubicBezTo>
                <a:cubicBezTo>
                  <a:pt x="316037" y="321986"/>
                  <a:pt x="303183" y="316425"/>
                  <a:pt x="319354" y="299282"/>
                </a:cubicBezTo>
                <a:cubicBezTo>
                  <a:pt x="323265" y="295249"/>
                  <a:pt x="321459" y="290249"/>
                  <a:pt x="319682" y="285719"/>
                </a:cubicBezTo>
                <a:cubicBezTo>
                  <a:pt x="317166" y="278905"/>
                  <a:pt x="312080" y="273828"/>
                  <a:pt x="306391" y="268585"/>
                </a:cubicBezTo>
                <a:cubicBezTo>
                  <a:pt x="303227" y="265647"/>
                  <a:pt x="299399" y="261602"/>
                  <a:pt x="303294" y="257334"/>
                </a:cubicBezTo>
                <a:cubicBezTo>
                  <a:pt x="307735" y="252289"/>
                  <a:pt x="314131" y="254598"/>
                  <a:pt x="319242" y="255403"/>
                </a:cubicBezTo>
                <a:cubicBezTo>
                  <a:pt x="342683" y="258970"/>
                  <a:pt x="357062" y="269803"/>
                  <a:pt x="364093" y="286745"/>
                </a:cubicBezTo>
                <a:cubicBezTo>
                  <a:pt x="368651" y="297582"/>
                  <a:pt x="374307" y="297608"/>
                  <a:pt x="385301" y="287973"/>
                </a:cubicBezTo>
                <a:cubicBezTo>
                  <a:pt x="397712" y="277216"/>
                  <a:pt x="408079" y="276436"/>
                  <a:pt x="417598" y="285722"/>
                </a:cubicBezTo>
                <a:cubicBezTo>
                  <a:pt x="425226" y="293339"/>
                  <a:pt x="431406" y="301607"/>
                  <a:pt x="440155" y="308139"/>
                </a:cubicBezTo>
                <a:cubicBezTo>
                  <a:pt x="463623" y="326175"/>
                  <a:pt x="485720" y="346039"/>
                  <a:pt x="534406" y="339430"/>
                </a:cubicBezTo>
                <a:cubicBezTo>
                  <a:pt x="520872" y="332528"/>
                  <a:pt x="507316" y="334645"/>
                  <a:pt x="495633" y="333450"/>
                </a:cubicBezTo>
                <a:cubicBezTo>
                  <a:pt x="487244" y="332567"/>
                  <a:pt x="478750" y="330037"/>
                  <a:pt x="486289" y="322243"/>
                </a:cubicBezTo>
                <a:cubicBezTo>
                  <a:pt x="494951" y="313365"/>
                  <a:pt x="489365" y="309771"/>
                  <a:pt x="484000" y="304964"/>
                </a:cubicBezTo>
                <a:cubicBezTo>
                  <a:pt x="471673" y="293645"/>
                  <a:pt x="461604" y="280392"/>
                  <a:pt x="436911" y="280536"/>
                </a:cubicBezTo>
                <a:cubicBezTo>
                  <a:pt x="433041" y="280530"/>
                  <a:pt x="429923" y="278297"/>
                  <a:pt x="426865" y="277007"/>
                </a:cubicBezTo>
                <a:cubicBezTo>
                  <a:pt x="422581" y="275154"/>
                  <a:pt x="418872" y="272993"/>
                  <a:pt x="420654" y="268269"/>
                </a:cubicBezTo>
                <a:cubicBezTo>
                  <a:pt x="422468" y="264016"/>
                  <a:pt x="426748" y="261125"/>
                  <a:pt x="432329" y="259975"/>
                </a:cubicBezTo>
                <a:cubicBezTo>
                  <a:pt x="437320" y="258895"/>
                  <a:pt x="442621" y="258016"/>
                  <a:pt x="447672" y="257879"/>
                </a:cubicBezTo>
                <a:cubicBezTo>
                  <a:pt x="470223" y="256809"/>
                  <a:pt x="486254" y="265543"/>
                  <a:pt x="502242" y="273572"/>
                </a:cubicBezTo>
                <a:cubicBezTo>
                  <a:pt x="558179" y="301436"/>
                  <a:pt x="607891" y="334326"/>
                  <a:pt x="659874" y="365516"/>
                </a:cubicBezTo>
                <a:cubicBezTo>
                  <a:pt x="711842" y="396471"/>
                  <a:pt x="772192" y="418818"/>
                  <a:pt x="829177" y="444421"/>
                </a:cubicBezTo>
                <a:cubicBezTo>
                  <a:pt x="960626" y="503711"/>
                  <a:pt x="1092650" y="562693"/>
                  <a:pt x="1231903" y="613682"/>
                </a:cubicBezTo>
                <a:cubicBezTo>
                  <a:pt x="1368099" y="663381"/>
                  <a:pt x="1823141" y="686561"/>
                  <a:pt x="1911736" y="685084"/>
                </a:cubicBezTo>
                <a:cubicBezTo>
                  <a:pt x="2024994" y="682992"/>
                  <a:pt x="2291986" y="655399"/>
                  <a:pt x="2564313" y="632143"/>
                </a:cubicBezTo>
                <a:cubicBezTo>
                  <a:pt x="2595089" y="629364"/>
                  <a:pt x="2625288" y="626893"/>
                  <a:pt x="2657304" y="624913"/>
                </a:cubicBezTo>
                <a:cubicBezTo>
                  <a:pt x="3564401" y="568191"/>
                  <a:pt x="4203594" y="276765"/>
                  <a:pt x="4235818" y="259339"/>
                </a:cubicBezTo>
                <a:cubicBezTo>
                  <a:pt x="4287616" y="231474"/>
                  <a:pt x="4460006" y="176429"/>
                  <a:pt x="4460331" y="176864"/>
                </a:cubicBezTo>
                <a:cubicBezTo>
                  <a:pt x="4464175" y="181144"/>
                  <a:pt x="4483735" y="184529"/>
                  <a:pt x="4499578" y="186791"/>
                </a:cubicBezTo>
                <a:lnTo>
                  <a:pt x="4514640" y="188841"/>
                </a:lnTo>
                <a:lnTo>
                  <a:pt x="4516523" y="189988"/>
                </a:lnTo>
                <a:cubicBezTo>
                  <a:pt x="4522035" y="190091"/>
                  <a:pt x="4521760" y="189857"/>
                  <a:pt x="4518126" y="189316"/>
                </a:cubicBezTo>
                <a:lnTo>
                  <a:pt x="4514640" y="188841"/>
                </a:lnTo>
                <a:lnTo>
                  <a:pt x="4511569" y="186970"/>
                </a:lnTo>
                <a:cubicBezTo>
                  <a:pt x="4510788" y="185226"/>
                  <a:pt x="4510719" y="182981"/>
                  <a:pt x="4510888" y="180943"/>
                </a:cubicBezTo>
                <a:cubicBezTo>
                  <a:pt x="4511690" y="170169"/>
                  <a:pt x="4517648" y="160906"/>
                  <a:pt x="4531865" y="155151"/>
                </a:cubicBezTo>
                <a:cubicBezTo>
                  <a:pt x="4545507" y="149703"/>
                  <a:pt x="4559473" y="144689"/>
                  <a:pt x="4573441" y="139676"/>
                </a:cubicBezTo>
                <a:cubicBezTo>
                  <a:pt x="4585075" y="135420"/>
                  <a:pt x="4593048" y="134454"/>
                  <a:pt x="4594964" y="145847"/>
                </a:cubicBezTo>
                <a:cubicBezTo>
                  <a:pt x="4596879" y="157242"/>
                  <a:pt x="4613452" y="160454"/>
                  <a:pt x="4623059" y="152410"/>
                </a:cubicBezTo>
                <a:cubicBezTo>
                  <a:pt x="4660632" y="120811"/>
                  <a:pt x="4705757" y="95654"/>
                  <a:pt x="4748356" y="68192"/>
                </a:cubicBezTo>
                <a:cubicBezTo>
                  <a:pt x="4778098" y="49168"/>
                  <a:pt x="4809406" y="31378"/>
                  <a:pt x="4833812" y="8017"/>
                </a:cubicBezTo>
                <a:cubicBezTo>
                  <a:pt x="4838299" y="3678"/>
                  <a:pt x="4842399" y="-2039"/>
                  <a:pt x="4850908" y="727"/>
                </a:cubicBezTo>
                <a:close/>
              </a:path>
            </a:pathLst>
          </a:custGeom>
          <a:solidFill>
            <a:schemeClr val="bg2">
              <a:alpha val="50000"/>
            </a:schemeClr>
          </a:solidFill>
          <a:ln w="32707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21893DCF-CF35-27B8-01F5-3BF30C94EC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844" y="683419"/>
            <a:ext cx="3494859" cy="5491162"/>
          </a:xfrm>
        </p:spPr>
        <p:txBody>
          <a:bodyPr>
            <a:normAutofit/>
          </a:bodyPr>
          <a:lstStyle/>
          <a:p>
            <a:r>
              <a:rPr lang="ja-JP" altLang="ja-JP" b="1" dirty="0"/>
              <a:t>サイトの</a:t>
            </a:r>
            <a:r>
              <a:rPr lang="ja-JP" altLang="en-US" b="1" dirty="0"/>
              <a:t>内容</a:t>
            </a:r>
            <a:br>
              <a:rPr lang="ja-JP" altLang="ja-JP" b="1" dirty="0"/>
            </a:br>
            <a:endParaRPr kumimoji="1" lang="ja-JP" altLang="en-US" dirty="0"/>
          </a:p>
        </p:txBody>
      </p:sp>
      <p:graphicFrame>
        <p:nvGraphicFramePr>
          <p:cNvPr id="5" name="コンテンツ プレースホルダー 2">
            <a:extLst>
              <a:ext uri="{FF2B5EF4-FFF2-40B4-BE49-F238E27FC236}">
                <a16:creationId xmlns:a16="http://schemas.microsoft.com/office/drawing/2014/main" id="{E7CD44CF-2572-5647-3807-AA533497DC7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048596121"/>
              </p:ext>
            </p:extLst>
          </p:nvPr>
        </p:nvGraphicFramePr>
        <p:xfrm>
          <a:off x="4702547" y="838199"/>
          <a:ext cx="6651253" cy="533876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96098833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C2705D5-EA72-D5C3-BD8F-C92E49F9B0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3" name="Rectangle 8">
            <a:extLst>
              <a:ext uri="{FF2B5EF4-FFF2-40B4-BE49-F238E27FC236}">
                <a16:creationId xmlns:a16="http://schemas.microsoft.com/office/drawing/2014/main" id="{5F053707-14C7-1B15-512C-3FEAADBED3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0">
            <a:extLst>
              <a:ext uri="{FF2B5EF4-FFF2-40B4-BE49-F238E27FC236}">
                <a16:creationId xmlns:a16="http://schemas.microsoft.com/office/drawing/2014/main" id="{011976E1-1E7E-DA65-AD78-4C7DEE437F9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73235" y="1371600"/>
            <a:ext cx="4529312" cy="3589977"/>
          </a:xfrm>
          <a:custGeom>
            <a:avLst/>
            <a:gdLst>
              <a:gd name="connsiteX0" fmla="*/ 5462602 w 5470628"/>
              <a:gd name="connsiteY0" fmla="*/ 1413608 h 3193741"/>
              <a:gd name="connsiteX1" fmla="*/ 5465724 w 5470628"/>
              <a:gd name="connsiteY1" fmla="*/ 1421881 h 3193741"/>
              <a:gd name="connsiteX2" fmla="*/ 5465025 w 5470628"/>
              <a:gd name="connsiteY2" fmla="*/ 1466556 h 3193741"/>
              <a:gd name="connsiteX3" fmla="*/ 5463208 w 5470628"/>
              <a:gd name="connsiteY3" fmla="*/ 1466226 h 3193741"/>
              <a:gd name="connsiteX4" fmla="*/ 5463242 w 5470628"/>
              <a:gd name="connsiteY4" fmla="*/ 1451866 h 3193741"/>
              <a:gd name="connsiteX5" fmla="*/ 5462894 w 5470628"/>
              <a:gd name="connsiteY5" fmla="*/ 1423194 h 3193741"/>
              <a:gd name="connsiteX6" fmla="*/ 5461417 w 5470628"/>
              <a:gd name="connsiteY6" fmla="*/ 1391849 h 3193741"/>
              <a:gd name="connsiteX7" fmla="*/ 5462246 w 5470628"/>
              <a:gd name="connsiteY7" fmla="*/ 1401944 h 3193741"/>
              <a:gd name="connsiteX8" fmla="*/ 5462602 w 5470628"/>
              <a:gd name="connsiteY8" fmla="*/ 1413608 h 3193741"/>
              <a:gd name="connsiteX9" fmla="*/ 5459078 w 5470628"/>
              <a:gd name="connsiteY9" fmla="*/ 1404268 h 3193741"/>
              <a:gd name="connsiteX10" fmla="*/ 5460137 w 5470628"/>
              <a:gd name="connsiteY10" fmla="*/ 1393780 h 3193741"/>
              <a:gd name="connsiteX11" fmla="*/ 5461417 w 5470628"/>
              <a:gd name="connsiteY11" fmla="*/ 1391849 h 3193741"/>
              <a:gd name="connsiteX12" fmla="*/ 614271 w 5470628"/>
              <a:gd name="connsiteY12" fmla="*/ 1052206 h 3193741"/>
              <a:gd name="connsiteX13" fmla="*/ 611497 w 5470628"/>
              <a:gd name="connsiteY13" fmla="*/ 1055389 h 3193741"/>
              <a:gd name="connsiteX14" fmla="*/ 630277 w 5470628"/>
              <a:gd name="connsiteY14" fmla="*/ 1065215 h 3193741"/>
              <a:gd name="connsiteX15" fmla="*/ 651856 w 5470628"/>
              <a:gd name="connsiteY15" fmla="*/ 1067584 h 3193741"/>
              <a:gd name="connsiteX16" fmla="*/ 614271 w 5470628"/>
              <a:gd name="connsiteY16" fmla="*/ 1052206 h 3193741"/>
              <a:gd name="connsiteX17" fmla="*/ 810628 w 5470628"/>
              <a:gd name="connsiteY17" fmla="*/ 695550 h 3193741"/>
              <a:gd name="connsiteX18" fmla="*/ 1033084 w 5470628"/>
              <a:gd name="connsiteY18" fmla="*/ 791270 h 3193741"/>
              <a:gd name="connsiteX19" fmla="*/ 1036153 w 5470628"/>
              <a:gd name="connsiteY19" fmla="*/ 788050 h 3193741"/>
              <a:gd name="connsiteX20" fmla="*/ 810628 w 5470628"/>
              <a:gd name="connsiteY20" fmla="*/ 695550 h 3193741"/>
              <a:gd name="connsiteX21" fmla="*/ 4850908 w 5470628"/>
              <a:gd name="connsiteY21" fmla="*/ 727 h 3193741"/>
              <a:gd name="connsiteX22" fmla="*/ 4858584 w 5470628"/>
              <a:gd name="connsiteY22" fmla="*/ 13795 h 3193741"/>
              <a:gd name="connsiteX23" fmla="*/ 4843408 w 5470628"/>
              <a:gd name="connsiteY23" fmla="*/ 37224 h 3193741"/>
              <a:gd name="connsiteX24" fmla="*/ 4871062 w 5470628"/>
              <a:gd name="connsiteY24" fmla="*/ 78954 h 3193741"/>
              <a:gd name="connsiteX25" fmla="*/ 4989038 w 5470628"/>
              <a:gd name="connsiteY25" fmla="*/ 66799 h 3193741"/>
              <a:gd name="connsiteX26" fmla="*/ 5002636 w 5470628"/>
              <a:gd name="connsiteY26" fmla="*/ 79388 h 3193741"/>
              <a:gd name="connsiteX27" fmla="*/ 5008332 w 5470628"/>
              <a:gd name="connsiteY27" fmla="*/ 140859 h 3193741"/>
              <a:gd name="connsiteX28" fmla="*/ 5014326 w 5470628"/>
              <a:gd name="connsiteY28" fmla="*/ 155555 h 3193741"/>
              <a:gd name="connsiteX29" fmla="*/ 5030704 w 5470628"/>
              <a:gd name="connsiteY29" fmla="*/ 221190 h 3193741"/>
              <a:gd name="connsiteX30" fmla="*/ 5097262 w 5470628"/>
              <a:gd name="connsiteY30" fmla="*/ 317759 h 3193741"/>
              <a:gd name="connsiteX31" fmla="*/ 5165084 w 5470628"/>
              <a:gd name="connsiteY31" fmla="*/ 373367 h 3193741"/>
              <a:gd name="connsiteX32" fmla="*/ 5174137 w 5470628"/>
              <a:gd name="connsiteY32" fmla="*/ 389353 h 3193741"/>
              <a:gd name="connsiteX33" fmla="*/ 5192507 w 5470628"/>
              <a:gd name="connsiteY33" fmla="*/ 453561 h 3193741"/>
              <a:gd name="connsiteX34" fmla="*/ 5187160 w 5470628"/>
              <a:gd name="connsiteY34" fmla="*/ 467732 h 3193741"/>
              <a:gd name="connsiteX35" fmla="*/ 5160106 w 5470628"/>
              <a:gd name="connsiteY35" fmla="*/ 486904 h 3193741"/>
              <a:gd name="connsiteX36" fmla="*/ 5138948 w 5470628"/>
              <a:gd name="connsiteY36" fmla="*/ 528614 h 3193741"/>
              <a:gd name="connsiteX37" fmla="*/ 5097016 w 5470628"/>
              <a:gd name="connsiteY37" fmla="*/ 589923 h 3193741"/>
              <a:gd name="connsiteX38" fmla="*/ 5075869 w 5470628"/>
              <a:gd name="connsiteY38" fmla="*/ 608381 h 3193741"/>
              <a:gd name="connsiteX39" fmla="*/ 5093172 w 5470628"/>
              <a:gd name="connsiteY39" fmla="*/ 618385 h 3193741"/>
              <a:gd name="connsiteX40" fmla="*/ 5153518 w 5470628"/>
              <a:gd name="connsiteY40" fmla="*/ 687474 h 3193741"/>
              <a:gd name="connsiteX41" fmla="*/ 5074984 w 5470628"/>
              <a:gd name="connsiteY41" fmla="*/ 776941 h 3193741"/>
              <a:gd name="connsiteX42" fmla="*/ 5033348 w 5470628"/>
              <a:gd name="connsiteY42" fmla="*/ 805473 h 3193741"/>
              <a:gd name="connsiteX43" fmla="*/ 5116847 w 5470628"/>
              <a:gd name="connsiteY43" fmla="*/ 803426 h 3193741"/>
              <a:gd name="connsiteX44" fmla="*/ 5147902 w 5470628"/>
              <a:gd name="connsiteY44" fmla="*/ 833118 h 3193741"/>
              <a:gd name="connsiteX45" fmla="*/ 5161665 w 5470628"/>
              <a:gd name="connsiteY45" fmla="*/ 848297 h 3193741"/>
              <a:gd name="connsiteX46" fmla="*/ 5246520 w 5470628"/>
              <a:gd name="connsiteY46" fmla="*/ 942412 h 3193741"/>
              <a:gd name="connsiteX47" fmla="*/ 5235368 w 5470628"/>
              <a:gd name="connsiteY47" fmla="*/ 972946 h 3193741"/>
              <a:gd name="connsiteX48" fmla="*/ 5113739 w 5470628"/>
              <a:gd name="connsiteY48" fmla="*/ 1128845 h 3193741"/>
              <a:gd name="connsiteX49" fmla="*/ 5255034 w 5470628"/>
              <a:gd name="connsiteY49" fmla="*/ 1151117 h 3193741"/>
              <a:gd name="connsiteX50" fmla="*/ 5267513 w 5470628"/>
              <a:gd name="connsiteY50" fmla="*/ 1216275 h 3193741"/>
              <a:gd name="connsiteX51" fmla="*/ 5343113 w 5470628"/>
              <a:gd name="connsiteY51" fmla="*/ 1281854 h 3193741"/>
              <a:gd name="connsiteX52" fmla="*/ 5452014 w 5470628"/>
              <a:gd name="connsiteY52" fmla="*/ 1385543 h 3193741"/>
              <a:gd name="connsiteX53" fmla="*/ 5459078 w 5470628"/>
              <a:gd name="connsiteY53" fmla="*/ 1404268 h 3193741"/>
              <a:gd name="connsiteX54" fmla="*/ 5458838 w 5470628"/>
              <a:gd name="connsiteY54" fmla="*/ 1406644 h 3193741"/>
              <a:gd name="connsiteX55" fmla="*/ 5455752 w 5470628"/>
              <a:gd name="connsiteY55" fmla="*/ 1450751 h 3193741"/>
              <a:gd name="connsiteX56" fmla="*/ 5454594 w 5470628"/>
              <a:gd name="connsiteY56" fmla="*/ 1464662 h 3193741"/>
              <a:gd name="connsiteX57" fmla="*/ 5447215 w 5470628"/>
              <a:gd name="connsiteY57" fmla="*/ 1463321 h 3193741"/>
              <a:gd name="connsiteX58" fmla="*/ 5433934 w 5470628"/>
              <a:gd name="connsiteY58" fmla="*/ 1458428 h 3193741"/>
              <a:gd name="connsiteX59" fmla="*/ 5424276 w 5470628"/>
              <a:gd name="connsiteY59" fmla="*/ 1477014 h 3193741"/>
              <a:gd name="connsiteX60" fmla="*/ 5444628 w 5470628"/>
              <a:gd name="connsiteY60" fmla="*/ 1511562 h 3193741"/>
              <a:gd name="connsiteX61" fmla="*/ 5453752 w 5470628"/>
              <a:gd name="connsiteY61" fmla="*/ 1474786 h 3193741"/>
              <a:gd name="connsiteX62" fmla="*/ 5454594 w 5470628"/>
              <a:gd name="connsiteY62" fmla="*/ 1464662 h 3193741"/>
              <a:gd name="connsiteX63" fmla="*/ 5463208 w 5470628"/>
              <a:gd name="connsiteY63" fmla="*/ 1466226 h 3193741"/>
              <a:gd name="connsiteX64" fmla="*/ 5463164 w 5470628"/>
              <a:gd name="connsiteY64" fmla="*/ 1484226 h 3193741"/>
              <a:gd name="connsiteX65" fmla="*/ 5456160 w 5470628"/>
              <a:gd name="connsiteY65" fmla="*/ 1575885 h 3193741"/>
              <a:gd name="connsiteX66" fmla="*/ 5345636 w 5470628"/>
              <a:gd name="connsiteY66" fmla="*/ 1714543 h 3193741"/>
              <a:gd name="connsiteX67" fmla="*/ 5251319 w 5470628"/>
              <a:gd name="connsiteY67" fmla="*/ 1775792 h 3193741"/>
              <a:gd name="connsiteX68" fmla="*/ 5043512 w 5470628"/>
              <a:gd name="connsiteY68" fmla="*/ 2027305 h 3193741"/>
              <a:gd name="connsiteX69" fmla="*/ 4978144 w 5470628"/>
              <a:gd name="connsiteY69" fmla="*/ 2108535 h 3193741"/>
              <a:gd name="connsiteX70" fmla="*/ 5031476 w 5470628"/>
              <a:gd name="connsiteY70" fmla="*/ 2128173 h 3193741"/>
              <a:gd name="connsiteX71" fmla="*/ 4937389 w 5470628"/>
              <a:gd name="connsiteY71" fmla="*/ 2216441 h 3193741"/>
              <a:gd name="connsiteX72" fmla="*/ 4826122 w 5470628"/>
              <a:gd name="connsiteY72" fmla="*/ 2315331 h 3193741"/>
              <a:gd name="connsiteX73" fmla="*/ 2544647 w 5470628"/>
              <a:gd name="connsiteY73" fmla="*/ 3190975 h 3193741"/>
              <a:gd name="connsiteX74" fmla="*/ 1328257 w 5470628"/>
              <a:gd name="connsiteY74" fmla="*/ 3153006 h 3193741"/>
              <a:gd name="connsiteX75" fmla="*/ 977943 w 5470628"/>
              <a:gd name="connsiteY75" fmla="*/ 3082502 h 3193741"/>
              <a:gd name="connsiteX76" fmla="*/ 854473 w 5470628"/>
              <a:gd name="connsiteY76" fmla="*/ 2994250 h 3193741"/>
              <a:gd name="connsiteX77" fmla="*/ 811593 w 5470628"/>
              <a:gd name="connsiteY77" fmla="*/ 2970498 h 3193741"/>
              <a:gd name="connsiteX78" fmla="*/ 707024 w 5470628"/>
              <a:gd name="connsiteY78" fmla="*/ 2945439 h 3193741"/>
              <a:gd name="connsiteX79" fmla="*/ 523487 w 5470628"/>
              <a:gd name="connsiteY79" fmla="*/ 2886053 h 3193741"/>
              <a:gd name="connsiteX80" fmla="*/ 587884 w 5470628"/>
              <a:gd name="connsiteY80" fmla="*/ 2859746 h 3193741"/>
              <a:gd name="connsiteX81" fmla="*/ 779426 w 5470628"/>
              <a:gd name="connsiteY81" fmla="*/ 2885897 h 3193741"/>
              <a:gd name="connsiteX82" fmla="*/ 917288 w 5470628"/>
              <a:gd name="connsiteY82" fmla="*/ 2882248 h 3193741"/>
              <a:gd name="connsiteX83" fmla="*/ 718684 w 5470628"/>
              <a:gd name="connsiteY83" fmla="*/ 2819941 h 3193741"/>
              <a:gd name="connsiteX84" fmla="*/ 524650 w 5470628"/>
              <a:gd name="connsiteY84" fmla="*/ 2731220 h 3193741"/>
              <a:gd name="connsiteX85" fmla="*/ 670138 w 5470628"/>
              <a:gd name="connsiteY85" fmla="*/ 2735189 h 3193741"/>
              <a:gd name="connsiteX86" fmla="*/ 675382 w 5470628"/>
              <a:gd name="connsiteY86" fmla="*/ 2719369 h 3193741"/>
              <a:gd name="connsiteX87" fmla="*/ 542021 w 5470628"/>
              <a:gd name="connsiteY87" fmla="*/ 2601946 h 3193741"/>
              <a:gd name="connsiteX88" fmla="*/ 476895 w 5470628"/>
              <a:gd name="connsiteY88" fmla="*/ 2555976 h 3193741"/>
              <a:gd name="connsiteX89" fmla="*/ 188751 w 5470628"/>
              <a:gd name="connsiteY89" fmla="*/ 2428830 h 3193741"/>
              <a:gd name="connsiteX90" fmla="*/ 456762 w 5470628"/>
              <a:gd name="connsiteY90" fmla="*/ 2468731 h 3193741"/>
              <a:gd name="connsiteX91" fmla="*/ 174514 w 5470628"/>
              <a:gd name="connsiteY91" fmla="*/ 2345378 h 3193741"/>
              <a:gd name="connsiteX92" fmla="*/ 38827 w 5470628"/>
              <a:gd name="connsiteY92" fmla="*/ 2303685 h 3193741"/>
              <a:gd name="connsiteX93" fmla="*/ 3281 w 5470628"/>
              <a:gd name="connsiteY93" fmla="*/ 2273587 h 3193741"/>
              <a:gd name="connsiteX94" fmla="*/ 61590 w 5470628"/>
              <a:gd name="connsiteY94" fmla="*/ 2259170 h 3193741"/>
              <a:gd name="connsiteX95" fmla="*/ 242291 w 5470628"/>
              <a:gd name="connsiteY95" fmla="*/ 2250569 h 3193741"/>
              <a:gd name="connsiteX96" fmla="*/ 13205 w 5470628"/>
              <a:gd name="connsiteY96" fmla="*/ 2172263 h 3193741"/>
              <a:gd name="connsiteX97" fmla="*/ 180810 w 5470628"/>
              <a:gd name="connsiteY97" fmla="*/ 2168333 h 3193741"/>
              <a:gd name="connsiteX98" fmla="*/ 226020 w 5470628"/>
              <a:gd name="connsiteY98" fmla="*/ 2121100 h 3193741"/>
              <a:gd name="connsiteX99" fmla="*/ 299145 w 5470628"/>
              <a:gd name="connsiteY99" fmla="*/ 2044862 h 3193741"/>
              <a:gd name="connsiteX100" fmla="*/ 350236 w 5470628"/>
              <a:gd name="connsiteY100" fmla="*/ 2001187 h 3193741"/>
              <a:gd name="connsiteX101" fmla="*/ 365223 w 5470628"/>
              <a:gd name="connsiteY101" fmla="*/ 1881218 h 3193741"/>
              <a:gd name="connsiteX102" fmla="*/ 310707 w 5470628"/>
              <a:gd name="connsiteY102" fmla="*/ 1758752 h 3193741"/>
              <a:gd name="connsiteX103" fmla="*/ 181659 w 5470628"/>
              <a:gd name="connsiteY103" fmla="*/ 1709137 h 3193741"/>
              <a:gd name="connsiteX104" fmla="*/ 213063 w 5470628"/>
              <a:gd name="connsiteY104" fmla="*/ 1632021 h 3193741"/>
              <a:gd name="connsiteX105" fmla="*/ 481390 w 5470628"/>
              <a:gd name="connsiteY105" fmla="*/ 1644125 h 3193741"/>
              <a:gd name="connsiteX106" fmla="*/ 68930 w 5470628"/>
              <a:gd name="connsiteY106" fmla="*/ 1457537 h 3193741"/>
              <a:gd name="connsiteX107" fmla="*/ 135138 w 5470628"/>
              <a:gd name="connsiteY107" fmla="*/ 1440976 h 3193741"/>
              <a:gd name="connsiteX108" fmla="*/ 131611 w 5470628"/>
              <a:gd name="connsiteY108" fmla="*/ 1427642 h 3193741"/>
              <a:gd name="connsiteX109" fmla="*/ 130443 w 5470628"/>
              <a:gd name="connsiteY109" fmla="*/ 1343795 h 3193741"/>
              <a:gd name="connsiteX110" fmla="*/ 138930 w 5470628"/>
              <a:gd name="connsiteY110" fmla="*/ 1304094 h 3193741"/>
              <a:gd name="connsiteX111" fmla="*/ 118409 w 5470628"/>
              <a:gd name="connsiteY111" fmla="*/ 1262212 h 3193741"/>
              <a:gd name="connsiteX112" fmla="*/ 421410 w 5470628"/>
              <a:gd name="connsiteY112" fmla="*/ 1304757 h 3193741"/>
              <a:gd name="connsiteX113" fmla="*/ 655702 w 5470628"/>
              <a:gd name="connsiteY113" fmla="*/ 1291801 h 3193741"/>
              <a:gd name="connsiteX114" fmla="*/ 648299 w 5470628"/>
              <a:gd name="connsiteY114" fmla="*/ 1287715 h 3193741"/>
              <a:gd name="connsiteX115" fmla="*/ 531027 w 5470628"/>
              <a:gd name="connsiteY115" fmla="*/ 1193967 h 3193741"/>
              <a:gd name="connsiteX116" fmla="*/ 526433 w 5470628"/>
              <a:gd name="connsiteY116" fmla="*/ 1191913 h 3193741"/>
              <a:gd name="connsiteX117" fmla="*/ 504666 w 5470628"/>
              <a:gd name="connsiteY117" fmla="*/ 1177230 h 3193741"/>
              <a:gd name="connsiteX118" fmla="*/ 482307 w 5470628"/>
              <a:gd name="connsiteY118" fmla="*/ 1162618 h 3193741"/>
              <a:gd name="connsiteX119" fmla="*/ 479029 w 5470628"/>
              <a:gd name="connsiteY119" fmla="*/ 1162540 h 3193741"/>
              <a:gd name="connsiteX120" fmla="*/ 447663 w 5470628"/>
              <a:gd name="connsiteY120" fmla="*/ 1132649 h 3193741"/>
              <a:gd name="connsiteX121" fmla="*/ 438547 w 5470628"/>
              <a:gd name="connsiteY121" fmla="*/ 1110977 h 3193741"/>
              <a:gd name="connsiteX122" fmla="*/ 405343 w 5470628"/>
              <a:gd name="connsiteY122" fmla="*/ 1089612 h 3193741"/>
              <a:gd name="connsiteX123" fmla="*/ 371373 w 5470628"/>
              <a:gd name="connsiteY123" fmla="*/ 1070238 h 3193741"/>
              <a:gd name="connsiteX124" fmla="*/ 290358 w 5470628"/>
              <a:gd name="connsiteY124" fmla="*/ 1059884 h 3193741"/>
              <a:gd name="connsiteX125" fmla="*/ 235140 w 5470628"/>
              <a:gd name="connsiteY125" fmla="*/ 1029322 h 3193741"/>
              <a:gd name="connsiteX126" fmla="*/ 300494 w 5470628"/>
              <a:gd name="connsiteY126" fmla="*/ 1032083 h 3193741"/>
              <a:gd name="connsiteX127" fmla="*/ 239661 w 5470628"/>
              <a:gd name="connsiteY127" fmla="*/ 997457 h 3193741"/>
              <a:gd name="connsiteX128" fmla="*/ 204788 w 5470628"/>
              <a:gd name="connsiteY128" fmla="*/ 959211 h 3193741"/>
              <a:gd name="connsiteX129" fmla="*/ 207583 w 5470628"/>
              <a:gd name="connsiteY129" fmla="*/ 947009 h 3193741"/>
              <a:gd name="connsiteX130" fmla="*/ 223061 w 5470628"/>
              <a:gd name="connsiteY130" fmla="*/ 947033 h 3193741"/>
              <a:gd name="connsiteX131" fmla="*/ 280015 w 5470628"/>
              <a:gd name="connsiteY131" fmla="*/ 972164 h 3193741"/>
              <a:gd name="connsiteX132" fmla="*/ 353948 w 5470628"/>
              <a:gd name="connsiteY132" fmla="*/ 1006865 h 3193741"/>
              <a:gd name="connsiteX133" fmla="*/ 240466 w 5470628"/>
              <a:gd name="connsiteY133" fmla="*/ 939943 h 3193741"/>
              <a:gd name="connsiteX134" fmla="*/ 158812 w 5470628"/>
              <a:gd name="connsiteY134" fmla="*/ 891467 h 3193741"/>
              <a:gd name="connsiteX135" fmla="*/ 139551 w 5470628"/>
              <a:gd name="connsiteY135" fmla="*/ 855364 h 3193741"/>
              <a:gd name="connsiteX136" fmla="*/ 145731 w 5470628"/>
              <a:gd name="connsiteY136" fmla="*/ 844888 h 3193741"/>
              <a:gd name="connsiteX137" fmla="*/ 158154 w 5470628"/>
              <a:gd name="connsiteY137" fmla="*/ 848366 h 3193741"/>
              <a:gd name="connsiteX138" fmla="*/ 169370 w 5470628"/>
              <a:gd name="connsiteY138" fmla="*/ 856260 h 3193741"/>
              <a:gd name="connsiteX139" fmla="*/ 288295 w 5470628"/>
              <a:gd name="connsiteY139" fmla="*/ 915169 h 3193741"/>
              <a:gd name="connsiteX140" fmla="*/ 462694 w 5470628"/>
              <a:gd name="connsiteY140" fmla="*/ 994643 h 3193741"/>
              <a:gd name="connsiteX141" fmla="*/ 531910 w 5470628"/>
              <a:gd name="connsiteY141" fmla="*/ 1006664 h 3193741"/>
              <a:gd name="connsiteX142" fmla="*/ 333940 w 5470628"/>
              <a:gd name="connsiteY142" fmla="*/ 893507 h 3193741"/>
              <a:gd name="connsiteX143" fmla="*/ 181443 w 5470628"/>
              <a:gd name="connsiteY143" fmla="*/ 746608 h 3193741"/>
              <a:gd name="connsiteX144" fmla="*/ 162678 w 5470628"/>
              <a:gd name="connsiteY144" fmla="*/ 737018 h 3193741"/>
              <a:gd name="connsiteX145" fmla="*/ 156307 w 5470628"/>
              <a:gd name="connsiteY145" fmla="*/ 730435 h 3193741"/>
              <a:gd name="connsiteX146" fmla="*/ 117227 w 5470628"/>
              <a:gd name="connsiteY146" fmla="*/ 677515 h 3193741"/>
              <a:gd name="connsiteX147" fmla="*/ 113655 w 5470628"/>
              <a:gd name="connsiteY147" fmla="*/ 663474 h 3193741"/>
              <a:gd name="connsiteX148" fmla="*/ 115226 w 5470628"/>
              <a:gd name="connsiteY148" fmla="*/ 636712 h 3193741"/>
              <a:gd name="connsiteX149" fmla="*/ 105067 w 5470628"/>
              <a:gd name="connsiteY149" fmla="*/ 622046 h 3193741"/>
              <a:gd name="connsiteX150" fmla="*/ 104113 w 5470628"/>
              <a:gd name="connsiteY150" fmla="*/ 611722 h 3193741"/>
              <a:gd name="connsiteX151" fmla="*/ 118895 w 5470628"/>
              <a:gd name="connsiteY151" fmla="*/ 610169 h 3193741"/>
              <a:gd name="connsiteX152" fmla="*/ 163095 w 5470628"/>
              <a:gd name="connsiteY152" fmla="*/ 640642 h 3193741"/>
              <a:gd name="connsiteX153" fmla="*/ 185766 w 5470628"/>
              <a:gd name="connsiteY153" fmla="*/ 641454 h 3193741"/>
              <a:gd name="connsiteX154" fmla="*/ 212892 w 5470628"/>
              <a:gd name="connsiteY154" fmla="*/ 637457 h 3193741"/>
              <a:gd name="connsiteX155" fmla="*/ 223932 w 5470628"/>
              <a:gd name="connsiteY155" fmla="*/ 647271 h 3193741"/>
              <a:gd name="connsiteX156" fmla="*/ 287167 w 5470628"/>
              <a:gd name="connsiteY156" fmla="*/ 691571 h 3193741"/>
              <a:gd name="connsiteX157" fmla="*/ 330380 w 5470628"/>
              <a:gd name="connsiteY157" fmla="*/ 692506 h 3193741"/>
              <a:gd name="connsiteX158" fmla="*/ 296172 w 5470628"/>
              <a:gd name="connsiteY158" fmla="*/ 688108 h 3193741"/>
              <a:gd name="connsiteX159" fmla="*/ 286974 w 5470628"/>
              <a:gd name="connsiteY159" fmla="*/ 674512 h 3193741"/>
              <a:gd name="connsiteX160" fmla="*/ 286166 w 5470628"/>
              <a:gd name="connsiteY160" fmla="*/ 661798 h 3193741"/>
              <a:gd name="connsiteX161" fmla="*/ 236268 w 5470628"/>
              <a:gd name="connsiteY161" fmla="*/ 635338 h 3193741"/>
              <a:gd name="connsiteX162" fmla="*/ 231734 w 5470628"/>
              <a:gd name="connsiteY162" fmla="*/ 634225 h 3193741"/>
              <a:gd name="connsiteX163" fmla="*/ 221253 w 5470628"/>
              <a:gd name="connsiteY163" fmla="*/ 623870 h 3193741"/>
              <a:gd name="connsiteX164" fmla="*/ 237564 w 5470628"/>
              <a:gd name="connsiteY164" fmla="*/ 613590 h 3193741"/>
              <a:gd name="connsiteX165" fmla="*/ 282259 w 5470628"/>
              <a:gd name="connsiteY165" fmla="*/ 619091 h 3193741"/>
              <a:gd name="connsiteX166" fmla="*/ 370630 w 5470628"/>
              <a:gd name="connsiteY166" fmla="*/ 665566 h 3193741"/>
              <a:gd name="connsiteX167" fmla="*/ 498017 w 5470628"/>
              <a:gd name="connsiteY167" fmla="*/ 740532 h 3193741"/>
              <a:gd name="connsiteX168" fmla="*/ 918036 w 5470628"/>
              <a:gd name="connsiteY168" fmla="*/ 924307 h 3193741"/>
              <a:gd name="connsiteX169" fmla="*/ 1079304 w 5470628"/>
              <a:gd name="connsiteY169" fmla="*/ 984494 h 3193741"/>
              <a:gd name="connsiteX170" fmla="*/ 1079935 w 5470628"/>
              <a:gd name="connsiteY170" fmla="*/ 980383 h 3193741"/>
              <a:gd name="connsiteX171" fmla="*/ 1079695 w 5470628"/>
              <a:gd name="connsiteY171" fmla="*/ 976616 h 3193741"/>
              <a:gd name="connsiteX172" fmla="*/ 966178 w 5470628"/>
              <a:gd name="connsiteY172" fmla="*/ 937219 h 3193741"/>
              <a:gd name="connsiteX173" fmla="*/ 720106 w 5470628"/>
              <a:gd name="connsiteY173" fmla="*/ 807112 h 3193741"/>
              <a:gd name="connsiteX174" fmla="*/ 698823 w 5470628"/>
              <a:gd name="connsiteY174" fmla="*/ 804708 h 3193741"/>
              <a:gd name="connsiteX175" fmla="*/ 664513 w 5470628"/>
              <a:gd name="connsiteY175" fmla="*/ 784663 h 3193741"/>
              <a:gd name="connsiteX176" fmla="*/ 660380 w 5470628"/>
              <a:gd name="connsiteY176" fmla="*/ 771165 h 3193741"/>
              <a:gd name="connsiteX177" fmla="*/ 584959 w 5470628"/>
              <a:gd name="connsiteY177" fmla="*/ 722409 h 3193741"/>
              <a:gd name="connsiteX178" fmla="*/ 435649 w 5470628"/>
              <a:gd name="connsiteY178" fmla="*/ 639659 h 3193741"/>
              <a:gd name="connsiteX179" fmla="*/ 404944 w 5470628"/>
              <a:gd name="connsiteY179" fmla="*/ 606128 h 3193741"/>
              <a:gd name="connsiteX180" fmla="*/ 408476 w 5470628"/>
              <a:gd name="connsiteY180" fmla="*/ 591466 h 3193741"/>
              <a:gd name="connsiteX181" fmla="*/ 425225 w 5470628"/>
              <a:gd name="connsiteY181" fmla="*/ 592759 h 3193741"/>
              <a:gd name="connsiteX182" fmla="*/ 487115 w 5470628"/>
              <a:gd name="connsiteY182" fmla="*/ 620614 h 3193741"/>
              <a:gd name="connsiteX183" fmla="*/ 550277 w 5470628"/>
              <a:gd name="connsiteY183" fmla="*/ 649738 h 3193741"/>
              <a:gd name="connsiteX184" fmla="*/ 544421 w 5470628"/>
              <a:gd name="connsiteY184" fmla="*/ 641907 h 3193741"/>
              <a:gd name="connsiteX185" fmla="*/ 431905 w 5470628"/>
              <a:gd name="connsiteY185" fmla="*/ 580799 h 3193741"/>
              <a:gd name="connsiteX186" fmla="*/ 351177 w 5470628"/>
              <a:gd name="connsiteY186" fmla="*/ 528177 h 3193741"/>
              <a:gd name="connsiteX187" fmla="*/ 339749 w 5470628"/>
              <a:gd name="connsiteY187" fmla="*/ 498244 h 3193741"/>
              <a:gd name="connsiteX188" fmla="*/ 346313 w 5470628"/>
              <a:gd name="connsiteY188" fmla="*/ 489145 h 3193741"/>
              <a:gd name="connsiteX189" fmla="*/ 356579 w 5470628"/>
              <a:gd name="connsiteY189" fmla="*/ 491460 h 3193741"/>
              <a:gd name="connsiteX190" fmla="*/ 371505 w 5470628"/>
              <a:gd name="connsiteY190" fmla="*/ 501516 h 3193741"/>
              <a:gd name="connsiteX191" fmla="*/ 476275 w 5470628"/>
              <a:gd name="connsiteY191" fmla="*/ 553122 h 3193741"/>
              <a:gd name="connsiteX192" fmla="*/ 649952 w 5470628"/>
              <a:gd name="connsiteY192" fmla="*/ 635294 h 3193741"/>
              <a:gd name="connsiteX193" fmla="*/ 727161 w 5470628"/>
              <a:gd name="connsiteY193" fmla="*/ 651328 h 3193741"/>
              <a:gd name="connsiteX194" fmla="*/ 722417 w 5470628"/>
              <a:gd name="connsiteY194" fmla="*/ 646921 h 3193741"/>
              <a:gd name="connsiteX195" fmla="*/ 546079 w 5470628"/>
              <a:gd name="connsiteY195" fmla="*/ 546328 h 3193741"/>
              <a:gd name="connsiteX196" fmla="*/ 378182 w 5470628"/>
              <a:gd name="connsiteY196" fmla="*/ 386585 h 3193741"/>
              <a:gd name="connsiteX197" fmla="*/ 370158 w 5470628"/>
              <a:gd name="connsiteY197" fmla="*/ 382100 h 3193741"/>
              <a:gd name="connsiteX198" fmla="*/ 357861 w 5470628"/>
              <a:gd name="connsiteY198" fmla="*/ 371252 h 3193741"/>
              <a:gd name="connsiteX199" fmla="*/ 331313 w 5470628"/>
              <a:gd name="connsiteY199" fmla="*/ 328203 h 3193741"/>
              <a:gd name="connsiteX200" fmla="*/ 319354 w 5470628"/>
              <a:gd name="connsiteY200" fmla="*/ 299282 h 3193741"/>
              <a:gd name="connsiteX201" fmla="*/ 319682 w 5470628"/>
              <a:gd name="connsiteY201" fmla="*/ 285719 h 3193741"/>
              <a:gd name="connsiteX202" fmla="*/ 306391 w 5470628"/>
              <a:gd name="connsiteY202" fmla="*/ 268585 h 3193741"/>
              <a:gd name="connsiteX203" fmla="*/ 303294 w 5470628"/>
              <a:gd name="connsiteY203" fmla="*/ 257334 h 3193741"/>
              <a:gd name="connsiteX204" fmla="*/ 319242 w 5470628"/>
              <a:gd name="connsiteY204" fmla="*/ 255403 h 3193741"/>
              <a:gd name="connsiteX205" fmla="*/ 364093 w 5470628"/>
              <a:gd name="connsiteY205" fmla="*/ 286745 h 3193741"/>
              <a:gd name="connsiteX206" fmla="*/ 385301 w 5470628"/>
              <a:gd name="connsiteY206" fmla="*/ 287973 h 3193741"/>
              <a:gd name="connsiteX207" fmla="*/ 417598 w 5470628"/>
              <a:gd name="connsiteY207" fmla="*/ 285722 h 3193741"/>
              <a:gd name="connsiteX208" fmla="*/ 440155 w 5470628"/>
              <a:gd name="connsiteY208" fmla="*/ 308139 h 3193741"/>
              <a:gd name="connsiteX209" fmla="*/ 534406 w 5470628"/>
              <a:gd name="connsiteY209" fmla="*/ 339430 h 3193741"/>
              <a:gd name="connsiteX210" fmla="*/ 495633 w 5470628"/>
              <a:gd name="connsiteY210" fmla="*/ 333450 h 3193741"/>
              <a:gd name="connsiteX211" fmla="*/ 486289 w 5470628"/>
              <a:gd name="connsiteY211" fmla="*/ 322243 h 3193741"/>
              <a:gd name="connsiteX212" fmla="*/ 484000 w 5470628"/>
              <a:gd name="connsiteY212" fmla="*/ 304964 h 3193741"/>
              <a:gd name="connsiteX213" fmla="*/ 436911 w 5470628"/>
              <a:gd name="connsiteY213" fmla="*/ 280536 h 3193741"/>
              <a:gd name="connsiteX214" fmla="*/ 426865 w 5470628"/>
              <a:gd name="connsiteY214" fmla="*/ 277007 h 3193741"/>
              <a:gd name="connsiteX215" fmla="*/ 420654 w 5470628"/>
              <a:gd name="connsiteY215" fmla="*/ 268269 h 3193741"/>
              <a:gd name="connsiteX216" fmla="*/ 432329 w 5470628"/>
              <a:gd name="connsiteY216" fmla="*/ 259975 h 3193741"/>
              <a:gd name="connsiteX217" fmla="*/ 447672 w 5470628"/>
              <a:gd name="connsiteY217" fmla="*/ 257879 h 3193741"/>
              <a:gd name="connsiteX218" fmla="*/ 502242 w 5470628"/>
              <a:gd name="connsiteY218" fmla="*/ 273572 h 3193741"/>
              <a:gd name="connsiteX219" fmla="*/ 659874 w 5470628"/>
              <a:gd name="connsiteY219" fmla="*/ 365516 h 3193741"/>
              <a:gd name="connsiteX220" fmla="*/ 829177 w 5470628"/>
              <a:gd name="connsiteY220" fmla="*/ 444421 h 3193741"/>
              <a:gd name="connsiteX221" fmla="*/ 1231903 w 5470628"/>
              <a:gd name="connsiteY221" fmla="*/ 613682 h 3193741"/>
              <a:gd name="connsiteX222" fmla="*/ 1911736 w 5470628"/>
              <a:gd name="connsiteY222" fmla="*/ 685084 h 3193741"/>
              <a:gd name="connsiteX223" fmla="*/ 2564313 w 5470628"/>
              <a:gd name="connsiteY223" fmla="*/ 632143 h 3193741"/>
              <a:gd name="connsiteX224" fmla="*/ 2657304 w 5470628"/>
              <a:gd name="connsiteY224" fmla="*/ 624913 h 3193741"/>
              <a:gd name="connsiteX225" fmla="*/ 4235818 w 5470628"/>
              <a:gd name="connsiteY225" fmla="*/ 259339 h 3193741"/>
              <a:gd name="connsiteX226" fmla="*/ 4460331 w 5470628"/>
              <a:gd name="connsiteY226" fmla="*/ 176864 h 3193741"/>
              <a:gd name="connsiteX227" fmla="*/ 4499578 w 5470628"/>
              <a:gd name="connsiteY227" fmla="*/ 186791 h 3193741"/>
              <a:gd name="connsiteX228" fmla="*/ 4514640 w 5470628"/>
              <a:gd name="connsiteY228" fmla="*/ 188841 h 3193741"/>
              <a:gd name="connsiteX229" fmla="*/ 4516523 w 5470628"/>
              <a:gd name="connsiteY229" fmla="*/ 189988 h 3193741"/>
              <a:gd name="connsiteX230" fmla="*/ 4518126 w 5470628"/>
              <a:gd name="connsiteY230" fmla="*/ 189316 h 3193741"/>
              <a:gd name="connsiteX231" fmla="*/ 4514640 w 5470628"/>
              <a:gd name="connsiteY231" fmla="*/ 188841 h 3193741"/>
              <a:gd name="connsiteX232" fmla="*/ 4511569 w 5470628"/>
              <a:gd name="connsiteY232" fmla="*/ 186970 h 3193741"/>
              <a:gd name="connsiteX233" fmla="*/ 4510888 w 5470628"/>
              <a:gd name="connsiteY233" fmla="*/ 180943 h 3193741"/>
              <a:gd name="connsiteX234" fmla="*/ 4531865 w 5470628"/>
              <a:gd name="connsiteY234" fmla="*/ 155151 h 3193741"/>
              <a:gd name="connsiteX235" fmla="*/ 4573441 w 5470628"/>
              <a:gd name="connsiteY235" fmla="*/ 139676 h 3193741"/>
              <a:gd name="connsiteX236" fmla="*/ 4594964 w 5470628"/>
              <a:gd name="connsiteY236" fmla="*/ 145847 h 3193741"/>
              <a:gd name="connsiteX237" fmla="*/ 4623059 w 5470628"/>
              <a:gd name="connsiteY237" fmla="*/ 152410 h 3193741"/>
              <a:gd name="connsiteX238" fmla="*/ 4748356 w 5470628"/>
              <a:gd name="connsiteY238" fmla="*/ 68192 h 3193741"/>
              <a:gd name="connsiteX239" fmla="*/ 4833812 w 5470628"/>
              <a:gd name="connsiteY239" fmla="*/ 8017 h 3193741"/>
              <a:gd name="connsiteX240" fmla="*/ 4850908 w 5470628"/>
              <a:gd name="connsiteY240" fmla="*/ 727 h 31937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</a:cxnLst>
            <a:rect l="l" t="t" r="r" b="b"/>
            <a:pathLst>
              <a:path w="5470628" h="3193741">
                <a:moveTo>
                  <a:pt x="5462602" y="1413608"/>
                </a:moveTo>
                <a:lnTo>
                  <a:pt x="5465724" y="1421881"/>
                </a:lnTo>
                <a:cubicBezTo>
                  <a:pt x="5472118" y="1444281"/>
                  <a:pt x="5472640" y="1461744"/>
                  <a:pt x="5465025" y="1466556"/>
                </a:cubicBezTo>
                <a:lnTo>
                  <a:pt x="5463208" y="1466226"/>
                </a:lnTo>
                <a:lnTo>
                  <a:pt x="5463242" y="1451866"/>
                </a:lnTo>
                <a:cubicBezTo>
                  <a:pt x="5463190" y="1441487"/>
                  <a:pt x="5463068" y="1431722"/>
                  <a:pt x="5462894" y="1423194"/>
                </a:cubicBezTo>
                <a:close/>
                <a:moveTo>
                  <a:pt x="5461417" y="1391849"/>
                </a:moveTo>
                <a:cubicBezTo>
                  <a:pt x="5461710" y="1392940"/>
                  <a:pt x="5461992" y="1396513"/>
                  <a:pt x="5462246" y="1401944"/>
                </a:cubicBezTo>
                <a:lnTo>
                  <a:pt x="5462602" y="1413608"/>
                </a:lnTo>
                <a:lnTo>
                  <a:pt x="5459078" y="1404268"/>
                </a:lnTo>
                <a:lnTo>
                  <a:pt x="5460137" y="1393780"/>
                </a:lnTo>
                <a:cubicBezTo>
                  <a:pt x="5460561" y="1391114"/>
                  <a:pt x="5460982" y="1390270"/>
                  <a:pt x="5461417" y="1391849"/>
                </a:cubicBezTo>
                <a:close/>
                <a:moveTo>
                  <a:pt x="614271" y="1052206"/>
                </a:moveTo>
                <a:cubicBezTo>
                  <a:pt x="613444" y="1053256"/>
                  <a:pt x="612323" y="1054339"/>
                  <a:pt x="611497" y="1055389"/>
                </a:cubicBezTo>
                <a:cubicBezTo>
                  <a:pt x="617673" y="1058912"/>
                  <a:pt x="624115" y="1061928"/>
                  <a:pt x="630277" y="1065215"/>
                </a:cubicBezTo>
                <a:cubicBezTo>
                  <a:pt x="637469" y="1066004"/>
                  <a:pt x="644958" y="1066759"/>
                  <a:pt x="651856" y="1067584"/>
                </a:cubicBezTo>
                <a:cubicBezTo>
                  <a:pt x="639327" y="1062458"/>
                  <a:pt x="626799" y="1057332"/>
                  <a:pt x="614271" y="1052206"/>
                </a:cubicBezTo>
                <a:close/>
                <a:moveTo>
                  <a:pt x="810628" y="695550"/>
                </a:moveTo>
                <a:cubicBezTo>
                  <a:pt x="873537" y="739416"/>
                  <a:pt x="951215" y="767494"/>
                  <a:pt x="1033084" y="791270"/>
                </a:cubicBezTo>
                <a:cubicBezTo>
                  <a:pt x="1034205" y="790184"/>
                  <a:pt x="1035031" y="789136"/>
                  <a:pt x="1036153" y="788050"/>
                </a:cubicBezTo>
                <a:cubicBezTo>
                  <a:pt x="960983" y="757296"/>
                  <a:pt x="885798" y="726306"/>
                  <a:pt x="810628" y="695550"/>
                </a:cubicBezTo>
                <a:close/>
                <a:moveTo>
                  <a:pt x="4850908" y="727"/>
                </a:moveTo>
                <a:cubicBezTo>
                  <a:pt x="4858191" y="2929"/>
                  <a:pt x="4860543" y="7152"/>
                  <a:pt x="4858584" y="13795"/>
                </a:cubicBezTo>
                <a:cubicBezTo>
                  <a:pt x="4855845" y="22194"/>
                  <a:pt x="4850092" y="30008"/>
                  <a:pt x="4843408" y="37224"/>
                </a:cubicBezTo>
                <a:cubicBezTo>
                  <a:pt x="4812232" y="71132"/>
                  <a:pt x="4827067" y="79774"/>
                  <a:pt x="4871062" y="78954"/>
                </a:cubicBezTo>
                <a:cubicBezTo>
                  <a:pt x="4910302" y="78234"/>
                  <a:pt x="4949507" y="72299"/>
                  <a:pt x="4989038" y="66799"/>
                </a:cubicBezTo>
                <a:cubicBezTo>
                  <a:pt x="5008500" y="63967"/>
                  <a:pt x="5009491" y="65509"/>
                  <a:pt x="5002636" y="79388"/>
                </a:cubicBezTo>
                <a:cubicBezTo>
                  <a:pt x="4991594" y="102315"/>
                  <a:pt x="4990844" y="123285"/>
                  <a:pt x="5008332" y="140859"/>
                </a:cubicBezTo>
                <a:cubicBezTo>
                  <a:pt x="5012456" y="144868"/>
                  <a:pt x="5015428" y="149491"/>
                  <a:pt x="5014326" y="155555"/>
                </a:cubicBezTo>
                <a:cubicBezTo>
                  <a:pt x="5009356" y="180357"/>
                  <a:pt x="5019874" y="200674"/>
                  <a:pt x="5030704" y="221190"/>
                </a:cubicBezTo>
                <a:cubicBezTo>
                  <a:pt x="5048958" y="255517"/>
                  <a:pt x="5072099" y="287116"/>
                  <a:pt x="5097262" y="317759"/>
                </a:cubicBezTo>
                <a:cubicBezTo>
                  <a:pt x="5115004" y="339336"/>
                  <a:pt x="5126222" y="365974"/>
                  <a:pt x="5165084" y="373367"/>
                </a:cubicBezTo>
                <a:cubicBezTo>
                  <a:pt x="5174420" y="375083"/>
                  <a:pt x="5177498" y="381353"/>
                  <a:pt x="5174137" y="389353"/>
                </a:cubicBezTo>
                <a:cubicBezTo>
                  <a:pt x="5163026" y="415847"/>
                  <a:pt x="5172067" y="436343"/>
                  <a:pt x="5192507" y="453561"/>
                </a:cubicBezTo>
                <a:cubicBezTo>
                  <a:pt x="5199734" y="459565"/>
                  <a:pt x="5197020" y="463690"/>
                  <a:pt x="5187160" y="467732"/>
                </a:cubicBezTo>
                <a:cubicBezTo>
                  <a:pt x="5175836" y="472188"/>
                  <a:pt x="5167025" y="478711"/>
                  <a:pt x="5160106" y="486904"/>
                </a:cubicBezTo>
                <a:cubicBezTo>
                  <a:pt x="5148744" y="500143"/>
                  <a:pt x="5143396" y="514315"/>
                  <a:pt x="5138948" y="528614"/>
                </a:cubicBezTo>
                <a:cubicBezTo>
                  <a:pt x="5132042" y="551041"/>
                  <a:pt x="5123894" y="572670"/>
                  <a:pt x="5097016" y="589923"/>
                </a:cubicBezTo>
                <a:cubicBezTo>
                  <a:pt x="5089016" y="595163"/>
                  <a:pt x="5082598" y="601872"/>
                  <a:pt x="5075869" y="608381"/>
                </a:cubicBezTo>
                <a:cubicBezTo>
                  <a:pt x="5078016" y="614052"/>
                  <a:pt x="5083322" y="617918"/>
                  <a:pt x="5093172" y="618385"/>
                </a:cubicBezTo>
                <a:cubicBezTo>
                  <a:pt x="5155867" y="621469"/>
                  <a:pt x="5153088" y="652648"/>
                  <a:pt x="5153518" y="687474"/>
                </a:cubicBezTo>
                <a:cubicBezTo>
                  <a:pt x="5154177" y="730575"/>
                  <a:pt x="5118812" y="754787"/>
                  <a:pt x="5074984" y="776941"/>
                </a:cubicBezTo>
                <a:cubicBezTo>
                  <a:pt x="5059986" y="784451"/>
                  <a:pt x="5038116" y="786863"/>
                  <a:pt x="5033348" y="805473"/>
                </a:cubicBezTo>
                <a:cubicBezTo>
                  <a:pt x="5059529" y="819384"/>
                  <a:pt x="5089376" y="802009"/>
                  <a:pt x="5116847" y="803426"/>
                </a:cubicBezTo>
                <a:cubicBezTo>
                  <a:pt x="5139548" y="804709"/>
                  <a:pt x="5176330" y="798120"/>
                  <a:pt x="5147902" y="833118"/>
                </a:cubicBezTo>
                <a:cubicBezTo>
                  <a:pt x="5139626" y="843373"/>
                  <a:pt x="5150382" y="848714"/>
                  <a:pt x="5161665" y="848297"/>
                </a:cubicBezTo>
                <a:cubicBezTo>
                  <a:pt x="5253064" y="844106"/>
                  <a:pt x="5215170" y="912756"/>
                  <a:pt x="5246520" y="942412"/>
                </a:cubicBezTo>
                <a:cubicBezTo>
                  <a:pt x="5255359" y="950358"/>
                  <a:pt x="5247812" y="967405"/>
                  <a:pt x="5235368" y="972946"/>
                </a:cubicBezTo>
                <a:cubicBezTo>
                  <a:pt x="5156387" y="1008610"/>
                  <a:pt x="5149354" y="1071149"/>
                  <a:pt x="5113739" y="1128845"/>
                </a:cubicBezTo>
                <a:cubicBezTo>
                  <a:pt x="5157305" y="1144685"/>
                  <a:pt x="5208388" y="1143005"/>
                  <a:pt x="5255034" y="1151117"/>
                </a:cubicBezTo>
                <a:cubicBezTo>
                  <a:pt x="5303482" y="1159484"/>
                  <a:pt x="5304156" y="1170079"/>
                  <a:pt x="5267513" y="1216275"/>
                </a:cubicBezTo>
                <a:cubicBezTo>
                  <a:pt x="5370269" y="1212844"/>
                  <a:pt x="5370269" y="1212844"/>
                  <a:pt x="5343113" y="1281854"/>
                </a:cubicBezTo>
                <a:cubicBezTo>
                  <a:pt x="5386272" y="1279593"/>
                  <a:pt x="5428618" y="1334726"/>
                  <a:pt x="5452014" y="1385543"/>
                </a:cubicBezTo>
                <a:lnTo>
                  <a:pt x="5459078" y="1404268"/>
                </a:lnTo>
                <a:lnTo>
                  <a:pt x="5458838" y="1406644"/>
                </a:lnTo>
                <a:cubicBezTo>
                  <a:pt x="5457942" y="1418063"/>
                  <a:pt x="5456960" y="1434367"/>
                  <a:pt x="5455752" y="1450751"/>
                </a:cubicBezTo>
                <a:lnTo>
                  <a:pt x="5454594" y="1464662"/>
                </a:lnTo>
                <a:lnTo>
                  <a:pt x="5447215" y="1463321"/>
                </a:lnTo>
                <a:cubicBezTo>
                  <a:pt x="5441256" y="1459714"/>
                  <a:pt x="5437002" y="1458345"/>
                  <a:pt x="5433934" y="1458428"/>
                </a:cubicBezTo>
                <a:cubicBezTo>
                  <a:pt x="5424728" y="1458676"/>
                  <a:pt x="5426188" y="1471978"/>
                  <a:pt x="5424276" y="1477014"/>
                </a:cubicBezTo>
                <a:cubicBezTo>
                  <a:pt x="5417851" y="1492977"/>
                  <a:pt x="5433852" y="1501241"/>
                  <a:pt x="5444628" y="1511562"/>
                </a:cubicBezTo>
                <a:cubicBezTo>
                  <a:pt x="5448663" y="1515344"/>
                  <a:pt x="5451544" y="1497678"/>
                  <a:pt x="5453752" y="1474786"/>
                </a:cubicBezTo>
                <a:lnTo>
                  <a:pt x="5454594" y="1464662"/>
                </a:lnTo>
                <a:lnTo>
                  <a:pt x="5463208" y="1466226"/>
                </a:lnTo>
                <a:lnTo>
                  <a:pt x="5463164" y="1484226"/>
                </a:lnTo>
                <a:cubicBezTo>
                  <a:pt x="5462722" y="1528173"/>
                  <a:pt x="5460824" y="1571999"/>
                  <a:pt x="5456160" y="1575885"/>
                </a:cubicBezTo>
                <a:cubicBezTo>
                  <a:pt x="5406708" y="1617226"/>
                  <a:pt x="5442751" y="1692579"/>
                  <a:pt x="5345636" y="1714543"/>
                </a:cubicBezTo>
                <a:cubicBezTo>
                  <a:pt x="5301930" y="1724583"/>
                  <a:pt x="5282493" y="1755882"/>
                  <a:pt x="5251319" y="1775792"/>
                </a:cubicBezTo>
                <a:cubicBezTo>
                  <a:pt x="5142610" y="1844714"/>
                  <a:pt x="5072132" y="1925140"/>
                  <a:pt x="5043512" y="2027305"/>
                </a:cubicBezTo>
                <a:cubicBezTo>
                  <a:pt x="5035488" y="2055562"/>
                  <a:pt x="5000258" y="2081893"/>
                  <a:pt x="4978144" y="2108535"/>
                </a:cubicBezTo>
                <a:cubicBezTo>
                  <a:pt x="4990785" y="2124798"/>
                  <a:pt x="5050411" y="2079615"/>
                  <a:pt x="5031476" y="2128173"/>
                </a:cubicBezTo>
                <a:cubicBezTo>
                  <a:pt x="5017138" y="2164787"/>
                  <a:pt x="4975973" y="2191363"/>
                  <a:pt x="4937389" y="2216441"/>
                </a:cubicBezTo>
                <a:cubicBezTo>
                  <a:pt x="4893079" y="2245058"/>
                  <a:pt x="4843760" y="2269776"/>
                  <a:pt x="4826122" y="2315331"/>
                </a:cubicBezTo>
                <a:cubicBezTo>
                  <a:pt x="4822276" y="2325050"/>
                  <a:pt x="3896510" y="3112888"/>
                  <a:pt x="2544647" y="3190975"/>
                </a:cubicBezTo>
                <a:cubicBezTo>
                  <a:pt x="2323734" y="3203734"/>
                  <a:pt x="1445947" y="3169121"/>
                  <a:pt x="1328257" y="3153006"/>
                </a:cubicBezTo>
                <a:cubicBezTo>
                  <a:pt x="1207258" y="3136344"/>
                  <a:pt x="1101756" y="3091943"/>
                  <a:pt x="977943" y="3082502"/>
                </a:cubicBezTo>
                <a:cubicBezTo>
                  <a:pt x="912454" y="3077622"/>
                  <a:pt x="848655" y="3061861"/>
                  <a:pt x="854473" y="2994250"/>
                </a:cubicBezTo>
                <a:cubicBezTo>
                  <a:pt x="856228" y="2975057"/>
                  <a:pt x="838125" y="2961827"/>
                  <a:pt x="811593" y="2970498"/>
                </a:cubicBezTo>
                <a:cubicBezTo>
                  <a:pt x="761454" y="2987010"/>
                  <a:pt x="736680" y="2962489"/>
                  <a:pt x="707024" y="2945439"/>
                </a:cubicBezTo>
                <a:cubicBezTo>
                  <a:pt x="654509" y="2915262"/>
                  <a:pt x="603913" y="2882480"/>
                  <a:pt x="523487" y="2886053"/>
                </a:cubicBezTo>
                <a:cubicBezTo>
                  <a:pt x="537017" y="2855468"/>
                  <a:pt x="563587" y="2856758"/>
                  <a:pt x="587884" y="2859746"/>
                </a:cubicBezTo>
                <a:cubicBezTo>
                  <a:pt x="652090" y="2867866"/>
                  <a:pt x="715235" y="2878012"/>
                  <a:pt x="779426" y="2885897"/>
                </a:cubicBezTo>
                <a:cubicBezTo>
                  <a:pt x="821123" y="2891048"/>
                  <a:pt x="863074" y="2900202"/>
                  <a:pt x="917288" y="2882248"/>
                </a:cubicBezTo>
                <a:cubicBezTo>
                  <a:pt x="866364" y="2830288"/>
                  <a:pt x="785092" y="2829930"/>
                  <a:pt x="718684" y="2819941"/>
                </a:cubicBezTo>
                <a:cubicBezTo>
                  <a:pt x="635747" y="2807447"/>
                  <a:pt x="584925" y="2771133"/>
                  <a:pt x="524650" y="2731220"/>
                </a:cubicBezTo>
                <a:cubicBezTo>
                  <a:pt x="584180" y="2712621"/>
                  <a:pt x="623299" y="2742760"/>
                  <a:pt x="670138" y="2735189"/>
                </a:cubicBezTo>
                <a:cubicBezTo>
                  <a:pt x="672406" y="2728745"/>
                  <a:pt x="675988" y="2719532"/>
                  <a:pt x="675382" y="2719369"/>
                </a:cubicBezTo>
                <a:cubicBezTo>
                  <a:pt x="596666" y="2703042"/>
                  <a:pt x="557844" y="2658869"/>
                  <a:pt x="542021" y="2601946"/>
                </a:cubicBezTo>
                <a:cubicBezTo>
                  <a:pt x="533902" y="2572560"/>
                  <a:pt x="505246" y="2566541"/>
                  <a:pt x="476895" y="2555976"/>
                </a:cubicBezTo>
                <a:cubicBezTo>
                  <a:pt x="377189" y="2518466"/>
                  <a:pt x="272496" y="2486779"/>
                  <a:pt x="188751" y="2428830"/>
                </a:cubicBezTo>
                <a:cubicBezTo>
                  <a:pt x="280875" y="2426687"/>
                  <a:pt x="357216" y="2461808"/>
                  <a:pt x="456762" y="2468731"/>
                </a:cubicBezTo>
                <a:cubicBezTo>
                  <a:pt x="373794" y="2404281"/>
                  <a:pt x="269816" y="2379152"/>
                  <a:pt x="174514" y="2345378"/>
                </a:cubicBezTo>
                <a:cubicBezTo>
                  <a:pt x="130977" y="2330009"/>
                  <a:pt x="90329" y="2308598"/>
                  <a:pt x="38827" y="2303685"/>
                </a:cubicBezTo>
                <a:cubicBezTo>
                  <a:pt x="20556" y="2301864"/>
                  <a:pt x="-10092" y="2297272"/>
                  <a:pt x="3281" y="2273587"/>
                </a:cubicBezTo>
                <a:cubicBezTo>
                  <a:pt x="14533" y="2253956"/>
                  <a:pt x="39095" y="2256437"/>
                  <a:pt x="61590" y="2259170"/>
                </a:cubicBezTo>
                <a:cubicBezTo>
                  <a:pt x="115591" y="2265916"/>
                  <a:pt x="170539" y="2259497"/>
                  <a:pt x="242291" y="2250569"/>
                </a:cubicBezTo>
                <a:cubicBezTo>
                  <a:pt x="178223" y="2197829"/>
                  <a:pt x="68904" y="2229102"/>
                  <a:pt x="13205" y="2172263"/>
                </a:cubicBezTo>
                <a:cubicBezTo>
                  <a:pt x="77196" y="2153598"/>
                  <a:pt x="128251" y="2170191"/>
                  <a:pt x="180810" y="2168333"/>
                </a:cubicBezTo>
                <a:cubicBezTo>
                  <a:pt x="228319" y="2166612"/>
                  <a:pt x="239444" y="2154350"/>
                  <a:pt x="226020" y="2121100"/>
                </a:cubicBezTo>
                <a:cubicBezTo>
                  <a:pt x="205165" y="2069293"/>
                  <a:pt x="229388" y="2038364"/>
                  <a:pt x="299145" y="2044862"/>
                </a:cubicBezTo>
                <a:cubicBezTo>
                  <a:pt x="363822" y="2051027"/>
                  <a:pt x="369032" y="2029991"/>
                  <a:pt x="350236" y="2001187"/>
                </a:cubicBezTo>
                <a:cubicBezTo>
                  <a:pt x="322862" y="1959187"/>
                  <a:pt x="348423" y="1921214"/>
                  <a:pt x="365223" y="1881218"/>
                </a:cubicBezTo>
                <a:cubicBezTo>
                  <a:pt x="390527" y="1820499"/>
                  <a:pt x="376326" y="1793748"/>
                  <a:pt x="310707" y="1758752"/>
                </a:cubicBezTo>
                <a:cubicBezTo>
                  <a:pt x="273754" y="1739265"/>
                  <a:pt x="234367" y="1723631"/>
                  <a:pt x="181659" y="1709137"/>
                </a:cubicBezTo>
                <a:cubicBezTo>
                  <a:pt x="299387" y="1683727"/>
                  <a:pt x="172918" y="1660608"/>
                  <a:pt x="213063" y="1632021"/>
                </a:cubicBezTo>
                <a:cubicBezTo>
                  <a:pt x="296030" y="1612244"/>
                  <a:pt x="369047" y="1679323"/>
                  <a:pt x="481390" y="1644125"/>
                </a:cubicBezTo>
                <a:cubicBezTo>
                  <a:pt x="336659" y="1595935"/>
                  <a:pt x="176348" y="1532074"/>
                  <a:pt x="68930" y="1457537"/>
                </a:cubicBezTo>
                <a:cubicBezTo>
                  <a:pt x="91299" y="1434897"/>
                  <a:pt x="115799" y="1450436"/>
                  <a:pt x="135138" y="1440976"/>
                </a:cubicBezTo>
                <a:cubicBezTo>
                  <a:pt x="133952" y="1436374"/>
                  <a:pt x="135290" y="1429332"/>
                  <a:pt x="131611" y="1427642"/>
                </a:cubicBezTo>
                <a:cubicBezTo>
                  <a:pt x="52402" y="1389548"/>
                  <a:pt x="51441" y="1388478"/>
                  <a:pt x="130443" y="1343795"/>
                </a:cubicBezTo>
                <a:cubicBezTo>
                  <a:pt x="158017" y="1328118"/>
                  <a:pt x="154966" y="1317573"/>
                  <a:pt x="138930" y="1304094"/>
                </a:cubicBezTo>
                <a:cubicBezTo>
                  <a:pt x="127608" y="1294551"/>
                  <a:pt x="113720" y="1286742"/>
                  <a:pt x="118409" y="1262212"/>
                </a:cubicBezTo>
                <a:cubicBezTo>
                  <a:pt x="164937" y="1287183"/>
                  <a:pt x="383505" y="1312432"/>
                  <a:pt x="421410" y="1304757"/>
                </a:cubicBezTo>
                <a:cubicBezTo>
                  <a:pt x="464009" y="1296037"/>
                  <a:pt x="610877" y="1288926"/>
                  <a:pt x="655702" y="1291801"/>
                </a:cubicBezTo>
                <a:cubicBezTo>
                  <a:pt x="653235" y="1290438"/>
                  <a:pt x="650767" y="1289077"/>
                  <a:pt x="648299" y="1287715"/>
                </a:cubicBezTo>
                <a:cubicBezTo>
                  <a:pt x="603999" y="1260339"/>
                  <a:pt x="559107" y="1233035"/>
                  <a:pt x="531027" y="1193967"/>
                </a:cubicBezTo>
                <a:cubicBezTo>
                  <a:pt x="529741" y="1192462"/>
                  <a:pt x="529061" y="1191120"/>
                  <a:pt x="526433" y="1191913"/>
                </a:cubicBezTo>
                <a:cubicBezTo>
                  <a:pt x="503415" y="1199684"/>
                  <a:pt x="505590" y="1187083"/>
                  <a:pt x="504666" y="1177230"/>
                </a:cubicBezTo>
                <a:cubicBezTo>
                  <a:pt x="503726" y="1167141"/>
                  <a:pt x="499378" y="1159602"/>
                  <a:pt x="482307" y="1162618"/>
                </a:cubicBezTo>
                <a:cubicBezTo>
                  <a:pt x="481421" y="1162726"/>
                  <a:pt x="480226" y="1162633"/>
                  <a:pt x="479029" y="1162540"/>
                </a:cubicBezTo>
                <a:cubicBezTo>
                  <a:pt x="470949" y="1161859"/>
                  <a:pt x="444139" y="1138059"/>
                  <a:pt x="447663" y="1132649"/>
                </a:cubicBezTo>
                <a:cubicBezTo>
                  <a:pt x="455539" y="1120781"/>
                  <a:pt x="446335" y="1116439"/>
                  <a:pt x="438547" y="1110977"/>
                </a:cubicBezTo>
                <a:cubicBezTo>
                  <a:pt x="427656" y="1103517"/>
                  <a:pt x="416795" y="1096529"/>
                  <a:pt x="405343" y="1089612"/>
                </a:cubicBezTo>
                <a:cubicBezTo>
                  <a:pt x="394202" y="1082895"/>
                  <a:pt x="382794" y="1076684"/>
                  <a:pt x="371373" y="1070238"/>
                </a:cubicBezTo>
                <a:cubicBezTo>
                  <a:pt x="344889" y="1065616"/>
                  <a:pt x="318169" y="1061972"/>
                  <a:pt x="290358" y="1059884"/>
                </a:cubicBezTo>
                <a:cubicBezTo>
                  <a:pt x="269709" y="1058114"/>
                  <a:pt x="246624" y="1055453"/>
                  <a:pt x="235140" y="1029322"/>
                </a:cubicBezTo>
                <a:cubicBezTo>
                  <a:pt x="256895" y="1029771"/>
                  <a:pt x="278695" y="1030927"/>
                  <a:pt x="300494" y="1032083"/>
                </a:cubicBezTo>
                <a:cubicBezTo>
                  <a:pt x="279542" y="1020860"/>
                  <a:pt x="259181" y="1009565"/>
                  <a:pt x="239661" y="997457"/>
                </a:cubicBezTo>
                <a:cubicBezTo>
                  <a:pt x="223540" y="987309"/>
                  <a:pt x="210281" y="975391"/>
                  <a:pt x="204788" y="959211"/>
                </a:cubicBezTo>
                <a:cubicBezTo>
                  <a:pt x="203337" y="955117"/>
                  <a:pt x="202166" y="950750"/>
                  <a:pt x="207583" y="947009"/>
                </a:cubicBezTo>
                <a:cubicBezTo>
                  <a:pt x="213561" y="942727"/>
                  <a:pt x="218466" y="944980"/>
                  <a:pt x="223061" y="947033"/>
                </a:cubicBezTo>
                <a:cubicBezTo>
                  <a:pt x="242046" y="955410"/>
                  <a:pt x="261311" y="963516"/>
                  <a:pt x="280015" y="972164"/>
                </a:cubicBezTo>
                <a:cubicBezTo>
                  <a:pt x="304852" y="983629"/>
                  <a:pt x="329408" y="995365"/>
                  <a:pt x="353948" y="1006865"/>
                </a:cubicBezTo>
                <a:cubicBezTo>
                  <a:pt x="319294" y="981405"/>
                  <a:pt x="281290" y="959435"/>
                  <a:pt x="240466" y="939943"/>
                </a:cubicBezTo>
                <a:cubicBezTo>
                  <a:pt x="210990" y="925718"/>
                  <a:pt x="181514" y="911494"/>
                  <a:pt x="158812" y="891467"/>
                </a:cubicBezTo>
                <a:cubicBezTo>
                  <a:pt x="147166" y="881489"/>
                  <a:pt x="141336" y="869384"/>
                  <a:pt x="139551" y="855364"/>
                </a:cubicBezTo>
                <a:cubicBezTo>
                  <a:pt x="139312" y="851597"/>
                  <a:pt x="139634" y="847287"/>
                  <a:pt x="145731" y="844888"/>
                </a:cubicBezTo>
                <a:cubicBezTo>
                  <a:pt x="151843" y="842724"/>
                  <a:pt x="155581" y="845356"/>
                  <a:pt x="158154" y="848366"/>
                </a:cubicBezTo>
                <a:cubicBezTo>
                  <a:pt x="161052" y="851811"/>
                  <a:pt x="164496" y="854479"/>
                  <a:pt x="169370" y="856260"/>
                </a:cubicBezTo>
                <a:cubicBezTo>
                  <a:pt x="212096" y="872913"/>
                  <a:pt x="249775" y="894448"/>
                  <a:pt x="288295" y="915169"/>
                </a:cubicBezTo>
                <a:cubicBezTo>
                  <a:pt x="343452" y="944788"/>
                  <a:pt x="397769" y="975222"/>
                  <a:pt x="462694" y="994643"/>
                </a:cubicBezTo>
                <a:cubicBezTo>
                  <a:pt x="487260" y="1001870"/>
                  <a:pt x="512622" y="1007575"/>
                  <a:pt x="531910" y="1006664"/>
                </a:cubicBezTo>
                <a:cubicBezTo>
                  <a:pt x="460990" y="972547"/>
                  <a:pt x="394087" y="936046"/>
                  <a:pt x="333940" y="893507"/>
                </a:cubicBezTo>
                <a:cubicBezTo>
                  <a:pt x="273173" y="850568"/>
                  <a:pt x="219876" y="803403"/>
                  <a:pt x="181443" y="746608"/>
                </a:cubicBezTo>
                <a:cubicBezTo>
                  <a:pt x="177494" y="740681"/>
                  <a:pt x="175038" y="734810"/>
                  <a:pt x="162678" y="737018"/>
                </a:cubicBezTo>
                <a:cubicBezTo>
                  <a:pt x="157082" y="737933"/>
                  <a:pt x="155070" y="734381"/>
                  <a:pt x="156307" y="730435"/>
                </a:cubicBezTo>
                <a:cubicBezTo>
                  <a:pt x="164051" y="702450"/>
                  <a:pt x="145532" y="687373"/>
                  <a:pt x="117227" y="677515"/>
                </a:cubicBezTo>
                <a:cubicBezTo>
                  <a:pt x="108392" y="674314"/>
                  <a:pt x="107546" y="670384"/>
                  <a:pt x="113655" y="663474"/>
                </a:cubicBezTo>
                <a:cubicBezTo>
                  <a:pt x="121976" y="653926"/>
                  <a:pt x="120506" y="644851"/>
                  <a:pt x="115226" y="636712"/>
                </a:cubicBezTo>
                <a:cubicBezTo>
                  <a:pt x="112224" y="631619"/>
                  <a:pt x="108350" y="626868"/>
                  <a:pt x="105067" y="622046"/>
                </a:cubicBezTo>
                <a:cubicBezTo>
                  <a:pt x="102790" y="619000"/>
                  <a:pt x="99022" y="615897"/>
                  <a:pt x="104113" y="611722"/>
                </a:cubicBezTo>
                <a:cubicBezTo>
                  <a:pt x="108939" y="608053"/>
                  <a:pt x="114081" y="609328"/>
                  <a:pt x="118895" y="610169"/>
                </a:cubicBezTo>
                <a:cubicBezTo>
                  <a:pt x="142040" y="613772"/>
                  <a:pt x="156094" y="624170"/>
                  <a:pt x="163095" y="640642"/>
                </a:cubicBezTo>
                <a:cubicBezTo>
                  <a:pt x="168334" y="652819"/>
                  <a:pt x="173104" y="652953"/>
                  <a:pt x="185766" y="641454"/>
                </a:cubicBezTo>
                <a:cubicBezTo>
                  <a:pt x="195327" y="632704"/>
                  <a:pt x="204232" y="632337"/>
                  <a:pt x="212892" y="637457"/>
                </a:cubicBezTo>
                <a:cubicBezTo>
                  <a:pt x="217516" y="639981"/>
                  <a:pt x="220444" y="643897"/>
                  <a:pt x="223932" y="647271"/>
                </a:cubicBezTo>
                <a:cubicBezTo>
                  <a:pt x="241420" y="664845"/>
                  <a:pt x="259762" y="681841"/>
                  <a:pt x="287167" y="691571"/>
                </a:cubicBezTo>
                <a:cubicBezTo>
                  <a:pt x="299355" y="696027"/>
                  <a:pt x="312354" y="699197"/>
                  <a:pt x="330380" y="692506"/>
                </a:cubicBezTo>
                <a:cubicBezTo>
                  <a:pt x="318517" y="688486"/>
                  <a:pt x="306954" y="689175"/>
                  <a:pt x="296172" y="688108"/>
                </a:cubicBezTo>
                <a:cubicBezTo>
                  <a:pt x="285390" y="687041"/>
                  <a:pt x="279539" y="683953"/>
                  <a:pt x="286974" y="674512"/>
                </a:cubicBezTo>
                <a:cubicBezTo>
                  <a:pt x="291105" y="669267"/>
                  <a:pt x="290555" y="665301"/>
                  <a:pt x="286166" y="661798"/>
                </a:cubicBezTo>
                <a:cubicBezTo>
                  <a:pt x="272052" y="650459"/>
                  <a:pt x="264416" y="633352"/>
                  <a:pt x="236268" y="635338"/>
                </a:cubicBezTo>
                <a:cubicBezTo>
                  <a:pt x="234792" y="635517"/>
                  <a:pt x="233255" y="634754"/>
                  <a:pt x="231734" y="634225"/>
                </a:cubicBezTo>
                <a:cubicBezTo>
                  <a:pt x="225957" y="632316"/>
                  <a:pt x="219575" y="630241"/>
                  <a:pt x="221253" y="623870"/>
                </a:cubicBezTo>
                <a:cubicBezTo>
                  <a:pt x="223227" y="617462"/>
                  <a:pt x="230816" y="615119"/>
                  <a:pt x="237564" y="613590"/>
                </a:cubicBezTo>
                <a:cubicBezTo>
                  <a:pt x="254884" y="609831"/>
                  <a:pt x="268844" y="614072"/>
                  <a:pt x="282259" y="619091"/>
                </a:cubicBezTo>
                <a:cubicBezTo>
                  <a:pt x="314893" y="631509"/>
                  <a:pt x="342201" y="649080"/>
                  <a:pt x="370630" y="665566"/>
                </a:cubicBezTo>
                <a:cubicBezTo>
                  <a:pt x="413275" y="690295"/>
                  <a:pt x="451153" y="719635"/>
                  <a:pt x="498017" y="740532"/>
                </a:cubicBezTo>
                <a:cubicBezTo>
                  <a:pt x="637369" y="802423"/>
                  <a:pt x="774774" y="866448"/>
                  <a:pt x="918036" y="924307"/>
                </a:cubicBezTo>
                <a:cubicBezTo>
                  <a:pt x="970882" y="945666"/>
                  <a:pt x="1024819" y="965469"/>
                  <a:pt x="1079304" y="984494"/>
                </a:cubicBezTo>
                <a:cubicBezTo>
                  <a:pt x="1079509" y="983045"/>
                  <a:pt x="1079744" y="982067"/>
                  <a:pt x="1079935" y="980383"/>
                </a:cubicBezTo>
                <a:cubicBezTo>
                  <a:pt x="1079860" y="979206"/>
                  <a:pt x="1079770" y="977793"/>
                  <a:pt x="1079695" y="976616"/>
                </a:cubicBezTo>
                <a:cubicBezTo>
                  <a:pt x="1041139" y="964679"/>
                  <a:pt x="1003098" y="951491"/>
                  <a:pt x="966178" y="937219"/>
                </a:cubicBezTo>
                <a:cubicBezTo>
                  <a:pt x="875541" y="901932"/>
                  <a:pt x="791930" y="860100"/>
                  <a:pt x="720106" y="807112"/>
                </a:cubicBezTo>
                <a:cubicBezTo>
                  <a:pt x="714181" y="802848"/>
                  <a:pt x="707904" y="802421"/>
                  <a:pt x="698823" y="804708"/>
                </a:cubicBezTo>
                <a:cubicBezTo>
                  <a:pt x="669544" y="812288"/>
                  <a:pt x="659939" y="806334"/>
                  <a:pt x="664513" y="784663"/>
                </a:cubicBezTo>
                <a:cubicBezTo>
                  <a:pt x="665660" y="779304"/>
                  <a:pt x="665686" y="775031"/>
                  <a:pt x="660380" y="771165"/>
                </a:cubicBezTo>
                <a:cubicBezTo>
                  <a:pt x="636661" y="753871"/>
                  <a:pt x="611807" y="737427"/>
                  <a:pt x="584959" y="722409"/>
                </a:cubicBezTo>
                <a:cubicBezTo>
                  <a:pt x="535282" y="694735"/>
                  <a:pt x="482226" y="670082"/>
                  <a:pt x="435649" y="639659"/>
                </a:cubicBezTo>
                <a:cubicBezTo>
                  <a:pt x="421965" y="630403"/>
                  <a:pt x="411440" y="619340"/>
                  <a:pt x="404944" y="606128"/>
                </a:cubicBezTo>
                <a:cubicBezTo>
                  <a:pt x="402872" y="601635"/>
                  <a:pt x="401613" y="595856"/>
                  <a:pt x="408476" y="591466"/>
                </a:cubicBezTo>
                <a:cubicBezTo>
                  <a:pt x="415044" y="587111"/>
                  <a:pt x="420320" y="590506"/>
                  <a:pt x="425225" y="592759"/>
                </a:cubicBezTo>
                <a:cubicBezTo>
                  <a:pt x="445746" y="601899"/>
                  <a:pt x="466578" y="611238"/>
                  <a:pt x="487115" y="620614"/>
                </a:cubicBezTo>
                <a:cubicBezTo>
                  <a:pt x="507947" y="629954"/>
                  <a:pt x="528514" y="639800"/>
                  <a:pt x="550277" y="649738"/>
                </a:cubicBezTo>
                <a:cubicBezTo>
                  <a:pt x="551408" y="644145"/>
                  <a:pt x="546904" y="643504"/>
                  <a:pt x="544421" y="641907"/>
                </a:cubicBezTo>
                <a:cubicBezTo>
                  <a:pt x="509355" y="619344"/>
                  <a:pt x="471190" y="599529"/>
                  <a:pt x="431905" y="580799"/>
                </a:cubicBezTo>
                <a:cubicBezTo>
                  <a:pt x="401512" y="566211"/>
                  <a:pt x="371947" y="550574"/>
                  <a:pt x="351177" y="528177"/>
                </a:cubicBezTo>
                <a:cubicBezTo>
                  <a:pt x="343180" y="519419"/>
                  <a:pt x="338696" y="509759"/>
                  <a:pt x="339749" y="498244"/>
                </a:cubicBezTo>
                <a:cubicBezTo>
                  <a:pt x="340115" y="494641"/>
                  <a:pt x="340481" y="491037"/>
                  <a:pt x="346313" y="489145"/>
                </a:cubicBezTo>
                <a:cubicBezTo>
                  <a:pt x="350979" y="487631"/>
                  <a:pt x="354067" y="489392"/>
                  <a:pt x="356579" y="491460"/>
                </a:cubicBezTo>
                <a:cubicBezTo>
                  <a:pt x="360984" y="495197"/>
                  <a:pt x="365388" y="498934"/>
                  <a:pt x="371505" y="501516"/>
                </a:cubicBezTo>
                <a:cubicBezTo>
                  <a:pt x="408203" y="517000"/>
                  <a:pt x="442659" y="534654"/>
                  <a:pt x="476275" y="553122"/>
                </a:cubicBezTo>
                <a:cubicBezTo>
                  <a:pt x="531461" y="583213"/>
                  <a:pt x="586103" y="614082"/>
                  <a:pt x="649952" y="635294"/>
                </a:cubicBezTo>
                <a:cubicBezTo>
                  <a:pt x="673972" y="643298"/>
                  <a:pt x="698805" y="650018"/>
                  <a:pt x="727161" y="651328"/>
                </a:cubicBezTo>
                <a:cubicBezTo>
                  <a:pt x="726126" y="649081"/>
                  <a:pt x="724263" y="647883"/>
                  <a:pt x="722417" y="646921"/>
                </a:cubicBezTo>
                <a:cubicBezTo>
                  <a:pt x="660627" y="615969"/>
                  <a:pt x="600830" y="583590"/>
                  <a:pt x="546079" y="546328"/>
                </a:cubicBezTo>
                <a:cubicBezTo>
                  <a:pt x="478576" y="500409"/>
                  <a:pt x="420223" y="448637"/>
                  <a:pt x="378182" y="386585"/>
                </a:cubicBezTo>
                <a:cubicBezTo>
                  <a:pt x="376229" y="383975"/>
                  <a:pt x="374884" y="381528"/>
                  <a:pt x="370158" y="382100"/>
                </a:cubicBezTo>
                <a:cubicBezTo>
                  <a:pt x="358064" y="383802"/>
                  <a:pt x="356583" y="379236"/>
                  <a:pt x="357861" y="371252"/>
                </a:cubicBezTo>
                <a:cubicBezTo>
                  <a:pt x="361373" y="351608"/>
                  <a:pt x="352380" y="336565"/>
                  <a:pt x="331313" y="328203"/>
                </a:cubicBezTo>
                <a:cubicBezTo>
                  <a:pt x="316037" y="321986"/>
                  <a:pt x="303183" y="316425"/>
                  <a:pt x="319354" y="299282"/>
                </a:cubicBezTo>
                <a:cubicBezTo>
                  <a:pt x="323265" y="295249"/>
                  <a:pt x="321459" y="290249"/>
                  <a:pt x="319682" y="285719"/>
                </a:cubicBezTo>
                <a:cubicBezTo>
                  <a:pt x="317166" y="278905"/>
                  <a:pt x="312080" y="273828"/>
                  <a:pt x="306391" y="268585"/>
                </a:cubicBezTo>
                <a:cubicBezTo>
                  <a:pt x="303227" y="265647"/>
                  <a:pt x="299399" y="261602"/>
                  <a:pt x="303294" y="257334"/>
                </a:cubicBezTo>
                <a:cubicBezTo>
                  <a:pt x="307735" y="252289"/>
                  <a:pt x="314131" y="254598"/>
                  <a:pt x="319242" y="255403"/>
                </a:cubicBezTo>
                <a:cubicBezTo>
                  <a:pt x="342683" y="258970"/>
                  <a:pt x="357062" y="269803"/>
                  <a:pt x="364093" y="286745"/>
                </a:cubicBezTo>
                <a:cubicBezTo>
                  <a:pt x="368651" y="297582"/>
                  <a:pt x="374307" y="297608"/>
                  <a:pt x="385301" y="287973"/>
                </a:cubicBezTo>
                <a:cubicBezTo>
                  <a:pt x="397712" y="277216"/>
                  <a:pt x="408079" y="276436"/>
                  <a:pt x="417598" y="285722"/>
                </a:cubicBezTo>
                <a:cubicBezTo>
                  <a:pt x="425226" y="293339"/>
                  <a:pt x="431406" y="301607"/>
                  <a:pt x="440155" y="308139"/>
                </a:cubicBezTo>
                <a:cubicBezTo>
                  <a:pt x="463623" y="326175"/>
                  <a:pt x="485720" y="346039"/>
                  <a:pt x="534406" y="339430"/>
                </a:cubicBezTo>
                <a:cubicBezTo>
                  <a:pt x="520872" y="332528"/>
                  <a:pt x="507316" y="334645"/>
                  <a:pt x="495633" y="333450"/>
                </a:cubicBezTo>
                <a:cubicBezTo>
                  <a:pt x="487244" y="332567"/>
                  <a:pt x="478750" y="330037"/>
                  <a:pt x="486289" y="322243"/>
                </a:cubicBezTo>
                <a:cubicBezTo>
                  <a:pt x="494951" y="313365"/>
                  <a:pt x="489365" y="309771"/>
                  <a:pt x="484000" y="304964"/>
                </a:cubicBezTo>
                <a:cubicBezTo>
                  <a:pt x="471673" y="293645"/>
                  <a:pt x="461604" y="280392"/>
                  <a:pt x="436911" y="280536"/>
                </a:cubicBezTo>
                <a:cubicBezTo>
                  <a:pt x="433041" y="280530"/>
                  <a:pt x="429923" y="278297"/>
                  <a:pt x="426865" y="277007"/>
                </a:cubicBezTo>
                <a:cubicBezTo>
                  <a:pt x="422581" y="275154"/>
                  <a:pt x="418872" y="272993"/>
                  <a:pt x="420654" y="268269"/>
                </a:cubicBezTo>
                <a:cubicBezTo>
                  <a:pt x="422468" y="264016"/>
                  <a:pt x="426748" y="261125"/>
                  <a:pt x="432329" y="259975"/>
                </a:cubicBezTo>
                <a:cubicBezTo>
                  <a:pt x="437320" y="258895"/>
                  <a:pt x="442621" y="258016"/>
                  <a:pt x="447672" y="257879"/>
                </a:cubicBezTo>
                <a:cubicBezTo>
                  <a:pt x="470223" y="256809"/>
                  <a:pt x="486254" y="265543"/>
                  <a:pt x="502242" y="273572"/>
                </a:cubicBezTo>
                <a:cubicBezTo>
                  <a:pt x="558179" y="301436"/>
                  <a:pt x="607891" y="334326"/>
                  <a:pt x="659874" y="365516"/>
                </a:cubicBezTo>
                <a:cubicBezTo>
                  <a:pt x="711842" y="396471"/>
                  <a:pt x="772192" y="418818"/>
                  <a:pt x="829177" y="444421"/>
                </a:cubicBezTo>
                <a:cubicBezTo>
                  <a:pt x="960626" y="503711"/>
                  <a:pt x="1092650" y="562693"/>
                  <a:pt x="1231903" y="613682"/>
                </a:cubicBezTo>
                <a:cubicBezTo>
                  <a:pt x="1368099" y="663381"/>
                  <a:pt x="1823141" y="686561"/>
                  <a:pt x="1911736" y="685084"/>
                </a:cubicBezTo>
                <a:cubicBezTo>
                  <a:pt x="2024994" y="682992"/>
                  <a:pt x="2291986" y="655399"/>
                  <a:pt x="2564313" y="632143"/>
                </a:cubicBezTo>
                <a:cubicBezTo>
                  <a:pt x="2595089" y="629364"/>
                  <a:pt x="2625288" y="626893"/>
                  <a:pt x="2657304" y="624913"/>
                </a:cubicBezTo>
                <a:cubicBezTo>
                  <a:pt x="3564401" y="568191"/>
                  <a:pt x="4203594" y="276765"/>
                  <a:pt x="4235818" y="259339"/>
                </a:cubicBezTo>
                <a:cubicBezTo>
                  <a:pt x="4287616" y="231474"/>
                  <a:pt x="4460006" y="176429"/>
                  <a:pt x="4460331" y="176864"/>
                </a:cubicBezTo>
                <a:cubicBezTo>
                  <a:pt x="4464175" y="181144"/>
                  <a:pt x="4483735" y="184529"/>
                  <a:pt x="4499578" y="186791"/>
                </a:cubicBezTo>
                <a:lnTo>
                  <a:pt x="4514640" y="188841"/>
                </a:lnTo>
                <a:lnTo>
                  <a:pt x="4516523" y="189988"/>
                </a:lnTo>
                <a:cubicBezTo>
                  <a:pt x="4522035" y="190091"/>
                  <a:pt x="4521760" y="189857"/>
                  <a:pt x="4518126" y="189316"/>
                </a:cubicBezTo>
                <a:lnTo>
                  <a:pt x="4514640" y="188841"/>
                </a:lnTo>
                <a:lnTo>
                  <a:pt x="4511569" y="186970"/>
                </a:lnTo>
                <a:cubicBezTo>
                  <a:pt x="4510788" y="185226"/>
                  <a:pt x="4510719" y="182981"/>
                  <a:pt x="4510888" y="180943"/>
                </a:cubicBezTo>
                <a:cubicBezTo>
                  <a:pt x="4511690" y="170169"/>
                  <a:pt x="4517648" y="160906"/>
                  <a:pt x="4531865" y="155151"/>
                </a:cubicBezTo>
                <a:cubicBezTo>
                  <a:pt x="4545507" y="149703"/>
                  <a:pt x="4559473" y="144689"/>
                  <a:pt x="4573441" y="139676"/>
                </a:cubicBezTo>
                <a:cubicBezTo>
                  <a:pt x="4585075" y="135420"/>
                  <a:pt x="4593048" y="134454"/>
                  <a:pt x="4594964" y="145847"/>
                </a:cubicBezTo>
                <a:cubicBezTo>
                  <a:pt x="4596879" y="157242"/>
                  <a:pt x="4613452" y="160454"/>
                  <a:pt x="4623059" y="152410"/>
                </a:cubicBezTo>
                <a:cubicBezTo>
                  <a:pt x="4660632" y="120811"/>
                  <a:pt x="4705757" y="95654"/>
                  <a:pt x="4748356" y="68192"/>
                </a:cubicBezTo>
                <a:cubicBezTo>
                  <a:pt x="4778098" y="49168"/>
                  <a:pt x="4809406" y="31378"/>
                  <a:pt x="4833812" y="8017"/>
                </a:cubicBezTo>
                <a:cubicBezTo>
                  <a:pt x="4838299" y="3678"/>
                  <a:pt x="4842399" y="-2039"/>
                  <a:pt x="4850908" y="727"/>
                </a:cubicBezTo>
                <a:close/>
              </a:path>
            </a:pathLst>
          </a:custGeom>
          <a:solidFill>
            <a:schemeClr val="bg2">
              <a:alpha val="50000"/>
            </a:schemeClr>
          </a:solidFill>
          <a:ln w="32707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CB3EFA51-3B96-2CF9-110B-E900BF7252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00941" y="685801"/>
            <a:ext cx="3494859" cy="5491162"/>
          </a:xfrm>
        </p:spPr>
        <p:txBody>
          <a:bodyPr>
            <a:normAutofit/>
          </a:bodyPr>
          <a:lstStyle/>
          <a:p>
            <a:r>
              <a:rPr kumimoji="1" lang="ja-JP" altLang="en-US" dirty="0"/>
              <a:t>２つ目</a:t>
            </a:r>
            <a:br>
              <a:rPr kumimoji="1" lang="en-US" altLang="ja-JP" dirty="0"/>
            </a:br>
            <a:r>
              <a:rPr kumimoji="1" lang="ja-JP" altLang="en-US" dirty="0"/>
              <a:t>　</a:t>
            </a:r>
            <a:br>
              <a:rPr kumimoji="1" lang="en-US" altLang="ja-JP" dirty="0"/>
            </a:br>
            <a:r>
              <a:rPr lang="ja-JP" altLang="ja-JP" b="1" dirty="0"/>
              <a:t>制作</a:t>
            </a:r>
            <a:r>
              <a:rPr lang="ja-JP" altLang="en-US" b="1" dirty="0"/>
              <a:t>目的</a:t>
            </a:r>
            <a:br>
              <a:rPr lang="ja-JP" altLang="ja-JP" b="1" dirty="0"/>
            </a:br>
            <a:endParaRPr kumimoji="1" lang="ja-JP" altLang="en-US" dirty="0"/>
          </a:p>
        </p:txBody>
      </p:sp>
      <p:graphicFrame>
        <p:nvGraphicFramePr>
          <p:cNvPr id="15" name="コンテンツ プレースホルダー 2">
            <a:extLst>
              <a:ext uri="{FF2B5EF4-FFF2-40B4-BE49-F238E27FC236}">
                <a16:creationId xmlns:a16="http://schemas.microsoft.com/office/drawing/2014/main" id="{D9468B7C-54C2-11CC-ECBE-459FF50C396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608308508"/>
              </p:ext>
            </p:extLst>
          </p:nvPr>
        </p:nvGraphicFramePr>
        <p:xfrm>
          <a:off x="4432044" y="931332"/>
          <a:ext cx="7522890" cy="484790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32615853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B7E23FF-9099-E911-A2BD-9743C0A18E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1D23E35B-0ABF-A713-DCB3-D762E6BD6A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AEE7485C-81AB-60DF-8C4E-3D68B2610E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73235" y="1371600"/>
            <a:ext cx="4529312" cy="3589977"/>
          </a:xfrm>
          <a:custGeom>
            <a:avLst/>
            <a:gdLst>
              <a:gd name="connsiteX0" fmla="*/ 5462602 w 5470628"/>
              <a:gd name="connsiteY0" fmla="*/ 1413608 h 3193741"/>
              <a:gd name="connsiteX1" fmla="*/ 5465724 w 5470628"/>
              <a:gd name="connsiteY1" fmla="*/ 1421881 h 3193741"/>
              <a:gd name="connsiteX2" fmla="*/ 5465025 w 5470628"/>
              <a:gd name="connsiteY2" fmla="*/ 1466556 h 3193741"/>
              <a:gd name="connsiteX3" fmla="*/ 5463208 w 5470628"/>
              <a:gd name="connsiteY3" fmla="*/ 1466226 h 3193741"/>
              <a:gd name="connsiteX4" fmla="*/ 5463242 w 5470628"/>
              <a:gd name="connsiteY4" fmla="*/ 1451866 h 3193741"/>
              <a:gd name="connsiteX5" fmla="*/ 5462894 w 5470628"/>
              <a:gd name="connsiteY5" fmla="*/ 1423194 h 3193741"/>
              <a:gd name="connsiteX6" fmla="*/ 5461417 w 5470628"/>
              <a:gd name="connsiteY6" fmla="*/ 1391849 h 3193741"/>
              <a:gd name="connsiteX7" fmla="*/ 5462246 w 5470628"/>
              <a:gd name="connsiteY7" fmla="*/ 1401944 h 3193741"/>
              <a:gd name="connsiteX8" fmla="*/ 5462602 w 5470628"/>
              <a:gd name="connsiteY8" fmla="*/ 1413608 h 3193741"/>
              <a:gd name="connsiteX9" fmla="*/ 5459078 w 5470628"/>
              <a:gd name="connsiteY9" fmla="*/ 1404268 h 3193741"/>
              <a:gd name="connsiteX10" fmla="*/ 5460137 w 5470628"/>
              <a:gd name="connsiteY10" fmla="*/ 1393780 h 3193741"/>
              <a:gd name="connsiteX11" fmla="*/ 5461417 w 5470628"/>
              <a:gd name="connsiteY11" fmla="*/ 1391849 h 3193741"/>
              <a:gd name="connsiteX12" fmla="*/ 614271 w 5470628"/>
              <a:gd name="connsiteY12" fmla="*/ 1052206 h 3193741"/>
              <a:gd name="connsiteX13" fmla="*/ 611497 w 5470628"/>
              <a:gd name="connsiteY13" fmla="*/ 1055389 h 3193741"/>
              <a:gd name="connsiteX14" fmla="*/ 630277 w 5470628"/>
              <a:gd name="connsiteY14" fmla="*/ 1065215 h 3193741"/>
              <a:gd name="connsiteX15" fmla="*/ 651856 w 5470628"/>
              <a:gd name="connsiteY15" fmla="*/ 1067584 h 3193741"/>
              <a:gd name="connsiteX16" fmla="*/ 614271 w 5470628"/>
              <a:gd name="connsiteY16" fmla="*/ 1052206 h 3193741"/>
              <a:gd name="connsiteX17" fmla="*/ 810628 w 5470628"/>
              <a:gd name="connsiteY17" fmla="*/ 695550 h 3193741"/>
              <a:gd name="connsiteX18" fmla="*/ 1033084 w 5470628"/>
              <a:gd name="connsiteY18" fmla="*/ 791270 h 3193741"/>
              <a:gd name="connsiteX19" fmla="*/ 1036153 w 5470628"/>
              <a:gd name="connsiteY19" fmla="*/ 788050 h 3193741"/>
              <a:gd name="connsiteX20" fmla="*/ 810628 w 5470628"/>
              <a:gd name="connsiteY20" fmla="*/ 695550 h 3193741"/>
              <a:gd name="connsiteX21" fmla="*/ 4850908 w 5470628"/>
              <a:gd name="connsiteY21" fmla="*/ 727 h 3193741"/>
              <a:gd name="connsiteX22" fmla="*/ 4858584 w 5470628"/>
              <a:gd name="connsiteY22" fmla="*/ 13795 h 3193741"/>
              <a:gd name="connsiteX23" fmla="*/ 4843408 w 5470628"/>
              <a:gd name="connsiteY23" fmla="*/ 37224 h 3193741"/>
              <a:gd name="connsiteX24" fmla="*/ 4871062 w 5470628"/>
              <a:gd name="connsiteY24" fmla="*/ 78954 h 3193741"/>
              <a:gd name="connsiteX25" fmla="*/ 4989038 w 5470628"/>
              <a:gd name="connsiteY25" fmla="*/ 66799 h 3193741"/>
              <a:gd name="connsiteX26" fmla="*/ 5002636 w 5470628"/>
              <a:gd name="connsiteY26" fmla="*/ 79388 h 3193741"/>
              <a:gd name="connsiteX27" fmla="*/ 5008332 w 5470628"/>
              <a:gd name="connsiteY27" fmla="*/ 140859 h 3193741"/>
              <a:gd name="connsiteX28" fmla="*/ 5014326 w 5470628"/>
              <a:gd name="connsiteY28" fmla="*/ 155555 h 3193741"/>
              <a:gd name="connsiteX29" fmla="*/ 5030704 w 5470628"/>
              <a:gd name="connsiteY29" fmla="*/ 221190 h 3193741"/>
              <a:gd name="connsiteX30" fmla="*/ 5097262 w 5470628"/>
              <a:gd name="connsiteY30" fmla="*/ 317759 h 3193741"/>
              <a:gd name="connsiteX31" fmla="*/ 5165084 w 5470628"/>
              <a:gd name="connsiteY31" fmla="*/ 373367 h 3193741"/>
              <a:gd name="connsiteX32" fmla="*/ 5174137 w 5470628"/>
              <a:gd name="connsiteY32" fmla="*/ 389353 h 3193741"/>
              <a:gd name="connsiteX33" fmla="*/ 5192507 w 5470628"/>
              <a:gd name="connsiteY33" fmla="*/ 453561 h 3193741"/>
              <a:gd name="connsiteX34" fmla="*/ 5187160 w 5470628"/>
              <a:gd name="connsiteY34" fmla="*/ 467732 h 3193741"/>
              <a:gd name="connsiteX35" fmla="*/ 5160106 w 5470628"/>
              <a:gd name="connsiteY35" fmla="*/ 486904 h 3193741"/>
              <a:gd name="connsiteX36" fmla="*/ 5138948 w 5470628"/>
              <a:gd name="connsiteY36" fmla="*/ 528614 h 3193741"/>
              <a:gd name="connsiteX37" fmla="*/ 5097016 w 5470628"/>
              <a:gd name="connsiteY37" fmla="*/ 589923 h 3193741"/>
              <a:gd name="connsiteX38" fmla="*/ 5075869 w 5470628"/>
              <a:gd name="connsiteY38" fmla="*/ 608381 h 3193741"/>
              <a:gd name="connsiteX39" fmla="*/ 5093172 w 5470628"/>
              <a:gd name="connsiteY39" fmla="*/ 618385 h 3193741"/>
              <a:gd name="connsiteX40" fmla="*/ 5153518 w 5470628"/>
              <a:gd name="connsiteY40" fmla="*/ 687474 h 3193741"/>
              <a:gd name="connsiteX41" fmla="*/ 5074984 w 5470628"/>
              <a:gd name="connsiteY41" fmla="*/ 776941 h 3193741"/>
              <a:gd name="connsiteX42" fmla="*/ 5033348 w 5470628"/>
              <a:gd name="connsiteY42" fmla="*/ 805473 h 3193741"/>
              <a:gd name="connsiteX43" fmla="*/ 5116847 w 5470628"/>
              <a:gd name="connsiteY43" fmla="*/ 803426 h 3193741"/>
              <a:gd name="connsiteX44" fmla="*/ 5147902 w 5470628"/>
              <a:gd name="connsiteY44" fmla="*/ 833118 h 3193741"/>
              <a:gd name="connsiteX45" fmla="*/ 5161665 w 5470628"/>
              <a:gd name="connsiteY45" fmla="*/ 848297 h 3193741"/>
              <a:gd name="connsiteX46" fmla="*/ 5246520 w 5470628"/>
              <a:gd name="connsiteY46" fmla="*/ 942412 h 3193741"/>
              <a:gd name="connsiteX47" fmla="*/ 5235368 w 5470628"/>
              <a:gd name="connsiteY47" fmla="*/ 972946 h 3193741"/>
              <a:gd name="connsiteX48" fmla="*/ 5113739 w 5470628"/>
              <a:gd name="connsiteY48" fmla="*/ 1128845 h 3193741"/>
              <a:gd name="connsiteX49" fmla="*/ 5255034 w 5470628"/>
              <a:gd name="connsiteY49" fmla="*/ 1151117 h 3193741"/>
              <a:gd name="connsiteX50" fmla="*/ 5267513 w 5470628"/>
              <a:gd name="connsiteY50" fmla="*/ 1216275 h 3193741"/>
              <a:gd name="connsiteX51" fmla="*/ 5343113 w 5470628"/>
              <a:gd name="connsiteY51" fmla="*/ 1281854 h 3193741"/>
              <a:gd name="connsiteX52" fmla="*/ 5452014 w 5470628"/>
              <a:gd name="connsiteY52" fmla="*/ 1385543 h 3193741"/>
              <a:gd name="connsiteX53" fmla="*/ 5459078 w 5470628"/>
              <a:gd name="connsiteY53" fmla="*/ 1404268 h 3193741"/>
              <a:gd name="connsiteX54" fmla="*/ 5458838 w 5470628"/>
              <a:gd name="connsiteY54" fmla="*/ 1406644 h 3193741"/>
              <a:gd name="connsiteX55" fmla="*/ 5455752 w 5470628"/>
              <a:gd name="connsiteY55" fmla="*/ 1450751 h 3193741"/>
              <a:gd name="connsiteX56" fmla="*/ 5454594 w 5470628"/>
              <a:gd name="connsiteY56" fmla="*/ 1464662 h 3193741"/>
              <a:gd name="connsiteX57" fmla="*/ 5447215 w 5470628"/>
              <a:gd name="connsiteY57" fmla="*/ 1463321 h 3193741"/>
              <a:gd name="connsiteX58" fmla="*/ 5433934 w 5470628"/>
              <a:gd name="connsiteY58" fmla="*/ 1458428 h 3193741"/>
              <a:gd name="connsiteX59" fmla="*/ 5424276 w 5470628"/>
              <a:gd name="connsiteY59" fmla="*/ 1477014 h 3193741"/>
              <a:gd name="connsiteX60" fmla="*/ 5444628 w 5470628"/>
              <a:gd name="connsiteY60" fmla="*/ 1511562 h 3193741"/>
              <a:gd name="connsiteX61" fmla="*/ 5453752 w 5470628"/>
              <a:gd name="connsiteY61" fmla="*/ 1474786 h 3193741"/>
              <a:gd name="connsiteX62" fmla="*/ 5454594 w 5470628"/>
              <a:gd name="connsiteY62" fmla="*/ 1464662 h 3193741"/>
              <a:gd name="connsiteX63" fmla="*/ 5463208 w 5470628"/>
              <a:gd name="connsiteY63" fmla="*/ 1466226 h 3193741"/>
              <a:gd name="connsiteX64" fmla="*/ 5463164 w 5470628"/>
              <a:gd name="connsiteY64" fmla="*/ 1484226 h 3193741"/>
              <a:gd name="connsiteX65" fmla="*/ 5456160 w 5470628"/>
              <a:gd name="connsiteY65" fmla="*/ 1575885 h 3193741"/>
              <a:gd name="connsiteX66" fmla="*/ 5345636 w 5470628"/>
              <a:gd name="connsiteY66" fmla="*/ 1714543 h 3193741"/>
              <a:gd name="connsiteX67" fmla="*/ 5251319 w 5470628"/>
              <a:gd name="connsiteY67" fmla="*/ 1775792 h 3193741"/>
              <a:gd name="connsiteX68" fmla="*/ 5043512 w 5470628"/>
              <a:gd name="connsiteY68" fmla="*/ 2027305 h 3193741"/>
              <a:gd name="connsiteX69" fmla="*/ 4978144 w 5470628"/>
              <a:gd name="connsiteY69" fmla="*/ 2108535 h 3193741"/>
              <a:gd name="connsiteX70" fmla="*/ 5031476 w 5470628"/>
              <a:gd name="connsiteY70" fmla="*/ 2128173 h 3193741"/>
              <a:gd name="connsiteX71" fmla="*/ 4937389 w 5470628"/>
              <a:gd name="connsiteY71" fmla="*/ 2216441 h 3193741"/>
              <a:gd name="connsiteX72" fmla="*/ 4826122 w 5470628"/>
              <a:gd name="connsiteY72" fmla="*/ 2315331 h 3193741"/>
              <a:gd name="connsiteX73" fmla="*/ 2544647 w 5470628"/>
              <a:gd name="connsiteY73" fmla="*/ 3190975 h 3193741"/>
              <a:gd name="connsiteX74" fmla="*/ 1328257 w 5470628"/>
              <a:gd name="connsiteY74" fmla="*/ 3153006 h 3193741"/>
              <a:gd name="connsiteX75" fmla="*/ 977943 w 5470628"/>
              <a:gd name="connsiteY75" fmla="*/ 3082502 h 3193741"/>
              <a:gd name="connsiteX76" fmla="*/ 854473 w 5470628"/>
              <a:gd name="connsiteY76" fmla="*/ 2994250 h 3193741"/>
              <a:gd name="connsiteX77" fmla="*/ 811593 w 5470628"/>
              <a:gd name="connsiteY77" fmla="*/ 2970498 h 3193741"/>
              <a:gd name="connsiteX78" fmla="*/ 707024 w 5470628"/>
              <a:gd name="connsiteY78" fmla="*/ 2945439 h 3193741"/>
              <a:gd name="connsiteX79" fmla="*/ 523487 w 5470628"/>
              <a:gd name="connsiteY79" fmla="*/ 2886053 h 3193741"/>
              <a:gd name="connsiteX80" fmla="*/ 587884 w 5470628"/>
              <a:gd name="connsiteY80" fmla="*/ 2859746 h 3193741"/>
              <a:gd name="connsiteX81" fmla="*/ 779426 w 5470628"/>
              <a:gd name="connsiteY81" fmla="*/ 2885897 h 3193741"/>
              <a:gd name="connsiteX82" fmla="*/ 917288 w 5470628"/>
              <a:gd name="connsiteY82" fmla="*/ 2882248 h 3193741"/>
              <a:gd name="connsiteX83" fmla="*/ 718684 w 5470628"/>
              <a:gd name="connsiteY83" fmla="*/ 2819941 h 3193741"/>
              <a:gd name="connsiteX84" fmla="*/ 524650 w 5470628"/>
              <a:gd name="connsiteY84" fmla="*/ 2731220 h 3193741"/>
              <a:gd name="connsiteX85" fmla="*/ 670138 w 5470628"/>
              <a:gd name="connsiteY85" fmla="*/ 2735189 h 3193741"/>
              <a:gd name="connsiteX86" fmla="*/ 675382 w 5470628"/>
              <a:gd name="connsiteY86" fmla="*/ 2719369 h 3193741"/>
              <a:gd name="connsiteX87" fmla="*/ 542021 w 5470628"/>
              <a:gd name="connsiteY87" fmla="*/ 2601946 h 3193741"/>
              <a:gd name="connsiteX88" fmla="*/ 476895 w 5470628"/>
              <a:gd name="connsiteY88" fmla="*/ 2555976 h 3193741"/>
              <a:gd name="connsiteX89" fmla="*/ 188751 w 5470628"/>
              <a:gd name="connsiteY89" fmla="*/ 2428830 h 3193741"/>
              <a:gd name="connsiteX90" fmla="*/ 456762 w 5470628"/>
              <a:gd name="connsiteY90" fmla="*/ 2468731 h 3193741"/>
              <a:gd name="connsiteX91" fmla="*/ 174514 w 5470628"/>
              <a:gd name="connsiteY91" fmla="*/ 2345378 h 3193741"/>
              <a:gd name="connsiteX92" fmla="*/ 38827 w 5470628"/>
              <a:gd name="connsiteY92" fmla="*/ 2303685 h 3193741"/>
              <a:gd name="connsiteX93" fmla="*/ 3281 w 5470628"/>
              <a:gd name="connsiteY93" fmla="*/ 2273587 h 3193741"/>
              <a:gd name="connsiteX94" fmla="*/ 61590 w 5470628"/>
              <a:gd name="connsiteY94" fmla="*/ 2259170 h 3193741"/>
              <a:gd name="connsiteX95" fmla="*/ 242291 w 5470628"/>
              <a:gd name="connsiteY95" fmla="*/ 2250569 h 3193741"/>
              <a:gd name="connsiteX96" fmla="*/ 13205 w 5470628"/>
              <a:gd name="connsiteY96" fmla="*/ 2172263 h 3193741"/>
              <a:gd name="connsiteX97" fmla="*/ 180810 w 5470628"/>
              <a:gd name="connsiteY97" fmla="*/ 2168333 h 3193741"/>
              <a:gd name="connsiteX98" fmla="*/ 226020 w 5470628"/>
              <a:gd name="connsiteY98" fmla="*/ 2121100 h 3193741"/>
              <a:gd name="connsiteX99" fmla="*/ 299145 w 5470628"/>
              <a:gd name="connsiteY99" fmla="*/ 2044862 h 3193741"/>
              <a:gd name="connsiteX100" fmla="*/ 350236 w 5470628"/>
              <a:gd name="connsiteY100" fmla="*/ 2001187 h 3193741"/>
              <a:gd name="connsiteX101" fmla="*/ 365223 w 5470628"/>
              <a:gd name="connsiteY101" fmla="*/ 1881218 h 3193741"/>
              <a:gd name="connsiteX102" fmla="*/ 310707 w 5470628"/>
              <a:gd name="connsiteY102" fmla="*/ 1758752 h 3193741"/>
              <a:gd name="connsiteX103" fmla="*/ 181659 w 5470628"/>
              <a:gd name="connsiteY103" fmla="*/ 1709137 h 3193741"/>
              <a:gd name="connsiteX104" fmla="*/ 213063 w 5470628"/>
              <a:gd name="connsiteY104" fmla="*/ 1632021 h 3193741"/>
              <a:gd name="connsiteX105" fmla="*/ 481390 w 5470628"/>
              <a:gd name="connsiteY105" fmla="*/ 1644125 h 3193741"/>
              <a:gd name="connsiteX106" fmla="*/ 68930 w 5470628"/>
              <a:gd name="connsiteY106" fmla="*/ 1457537 h 3193741"/>
              <a:gd name="connsiteX107" fmla="*/ 135138 w 5470628"/>
              <a:gd name="connsiteY107" fmla="*/ 1440976 h 3193741"/>
              <a:gd name="connsiteX108" fmla="*/ 131611 w 5470628"/>
              <a:gd name="connsiteY108" fmla="*/ 1427642 h 3193741"/>
              <a:gd name="connsiteX109" fmla="*/ 130443 w 5470628"/>
              <a:gd name="connsiteY109" fmla="*/ 1343795 h 3193741"/>
              <a:gd name="connsiteX110" fmla="*/ 138930 w 5470628"/>
              <a:gd name="connsiteY110" fmla="*/ 1304094 h 3193741"/>
              <a:gd name="connsiteX111" fmla="*/ 118409 w 5470628"/>
              <a:gd name="connsiteY111" fmla="*/ 1262212 h 3193741"/>
              <a:gd name="connsiteX112" fmla="*/ 421410 w 5470628"/>
              <a:gd name="connsiteY112" fmla="*/ 1304757 h 3193741"/>
              <a:gd name="connsiteX113" fmla="*/ 655702 w 5470628"/>
              <a:gd name="connsiteY113" fmla="*/ 1291801 h 3193741"/>
              <a:gd name="connsiteX114" fmla="*/ 648299 w 5470628"/>
              <a:gd name="connsiteY114" fmla="*/ 1287715 h 3193741"/>
              <a:gd name="connsiteX115" fmla="*/ 531027 w 5470628"/>
              <a:gd name="connsiteY115" fmla="*/ 1193967 h 3193741"/>
              <a:gd name="connsiteX116" fmla="*/ 526433 w 5470628"/>
              <a:gd name="connsiteY116" fmla="*/ 1191913 h 3193741"/>
              <a:gd name="connsiteX117" fmla="*/ 504666 w 5470628"/>
              <a:gd name="connsiteY117" fmla="*/ 1177230 h 3193741"/>
              <a:gd name="connsiteX118" fmla="*/ 482307 w 5470628"/>
              <a:gd name="connsiteY118" fmla="*/ 1162618 h 3193741"/>
              <a:gd name="connsiteX119" fmla="*/ 479029 w 5470628"/>
              <a:gd name="connsiteY119" fmla="*/ 1162540 h 3193741"/>
              <a:gd name="connsiteX120" fmla="*/ 447663 w 5470628"/>
              <a:gd name="connsiteY120" fmla="*/ 1132649 h 3193741"/>
              <a:gd name="connsiteX121" fmla="*/ 438547 w 5470628"/>
              <a:gd name="connsiteY121" fmla="*/ 1110977 h 3193741"/>
              <a:gd name="connsiteX122" fmla="*/ 405343 w 5470628"/>
              <a:gd name="connsiteY122" fmla="*/ 1089612 h 3193741"/>
              <a:gd name="connsiteX123" fmla="*/ 371373 w 5470628"/>
              <a:gd name="connsiteY123" fmla="*/ 1070238 h 3193741"/>
              <a:gd name="connsiteX124" fmla="*/ 290358 w 5470628"/>
              <a:gd name="connsiteY124" fmla="*/ 1059884 h 3193741"/>
              <a:gd name="connsiteX125" fmla="*/ 235140 w 5470628"/>
              <a:gd name="connsiteY125" fmla="*/ 1029322 h 3193741"/>
              <a:gd name="connsiteX126" fmla="*/ 300494 w 5470628"/>
              <a:gd name="connsiteY126" fmla="*/ 1032083 h 3193741"/>
              <a:gd name="connsiteX127" fmla="*/ 239661 w 5470628"/>
              <a:gd name="connsiteY127" fmla="*/ 997457 h 3193741"/>
              <a:gd name="connsiteX128" fmla="*/ 204788 w 5470628"/>
              <a:gd name="connsiteY128" fmla="*/ 959211 h 3193741"/>
              <a:gd name="connsiteX129" fmla="*/ 207583 w 5470628"/>
              <a:gd name="connsiteY129" fmla="*/ 947009 h 3193741"/>
              <a:gd name="connsiteX130" fmla="*/ 223061 w 5470628"/>
              <a:gd name="connsiteY130" fmla="*/ 947033 h 3193741"/>
              <a:gd name="connsiteX131" fmla="*/ 280015 w 5470628"/>
              <a:gd name="connsiteY131" fmla="*/ 972164 h 3193741"/>
              <a:gd name="connsiteX132" fmla="*/ 353948 w 5470628"/>
              <a:gd name="connsiteY132" fmla="*/ 1006865 h 3193741"/>
              <a:gd name="connsiteX133" fmla="*/ 240466 w 5470628"/>
              <a:gd name="connsiteY133" fmla="*/ 939943 h 3193741"/>
              <a:gd name="connsiteX134" fmla="*/ 158812 w 5470628"/>
              <a:gd name="connsiteY134" fmla="*/ 891467 h 3193741"/>
              <a:gd name="connsiteX135" fmla="*/ 139551 w 5470628"/>
              <a:gd name="connsiteY135" fmla="*/ 855364 h 3193741"/>
              <a:gd name="connsiteX136" fmla="*/ 145731 w 5470628"/>
              <a:gd name="connsiteY136" fmla="*/ 844888 h 3193741"/>
              <a:gd name="connsiteX137" fmla="*/ 158154 w 5470628"/>
              <a:gd name="connsiteY137" fmla="*/ 848366 h 3193741"/>
              <a:gd name="connsiteX138" fmla="*/ 169370 w 5470628"/>
              <a:gd name="connsiteY138" fmla="*/ 856260 h 3193741"/>
              <a:gd name="connsiteX139" fmla="*/ 288295 w 5470628"/>
              <a:gd name="connsiteY139" fmla="*/ 915169 h 3193741"/>
              <a:gd name="connsiteX140" fmla="*/ 462694 w 5470628"/>
              <a:gd name="connsiteY140" fmla="*/ 994643 h 3193741"/>
              <a:gd name="connsiteX141" fmla="*/ 531910 w 5470628"/>
              <a:gd name="connsiteY141" fmla="*/ 1006664 h 3193741"/>
              <a:gd name="connsiteX142" fmla="*/ 333940 w 5470628"/>
              <a:gd name="connsiteY142" fmla="*/ 893507 h 3193741"/>
              <a:gd name="connsiteX143" fmla="*/ 181443 w 5470628"/>
              <a:gd name="connsiteY143" fmla="*/ 746608 h 3193741"/>
              <a:gd name="connsiteX144" fmla="*/ 162678 w 5470628"/>
              <a:gd name="connsiteY144" fmla="*/ 737018 h 3193741"/>
              <a:gd name="connsiteX145" fmla="*/ 156307 w 5470628"/>
              <a:gd name="connsiteY145" fmla="*/ 730435 h 3193741"/>
              <a:gd name="connsiteX146" fmla="*/ 117227 w 5470628"/>
              <a:gd name="connsiteY146" fmla="*/ 677515 h 3193741"/>
              <a:gd name="connsiteX147" fmla="*/ 113655 w 5470628"/>
              <a:gd name="connsiteY147" fmla="*/ 663474 h 3193741"/>
              <a:gd name="connsiteX148" fmla="*/ 115226 w 5470628"/>
              <a:gd name="connsiteY148" fmla="*/ 636712 h 3193741"/>
              <a:gd name="connsiteX149" fmla="*/ 105067 w 5470628"/>
              <a:gd name="connsiteY149" fmla="*/ 622046 h 3193741"/>
              <a:gd name="connsiteX150" fmla="*/ 104113 w 5470628"/>
              <a:gd name="connsiteY150" fmla="*/ 611722 h 3193741"/>
              <a:gd name="connsiteX151" fmla="*/ 118895 w 5470628"/>
              <a:gd name="connsiteY151" fmla="*/ 610169 h 3193741"/>
              <a:gd name="connsiteX152" fmla="*/ 163095 w 5470628"/>
              <a:gd name="connsiteY152" fmla="*/ 640642 h 3193741"/>
              <a:gd name="connsiteX153" fmla="*/ 185766 w 5470628"/>
              <a:gd name="connsiteY153" fmla="*/ 641454 h 3193741"/>
              <a:gd name="connsiteX154" fmla="*/ 212892 w 5470628"/>
              <a:gd name="connsiteY154" fmla="*/ 637457 h 3193741"/>
              <a:gd name="connsiteX155" fmla="*/ 223932 w 5470628"/>
              <a:gd name="connsiteY155" fmla="*/ 647271 h 3193741"/>
              <a:gd name="connsiteX156" fmla="*/ 287167 w 5470628"/>
              <a:gd name="connsiteY156" fmla="*/ 691571 h 3193741"/>
              <a:gd name="connsiteX157" fmla="*/ 330380 w 5470628"/>
              <a:gd name="connsiteY157" fmla="*/ 692506 h 3193741"/>
              <a:gd name="connsiteX158" fmla="*/ 296172 w 5470628"/>
              <a:gd name="connsiteY158" fmla="*/ 688108 h 3193741"/>
              <a:gd name="connsiteX159" fmla="*/ 286974 w 5470628"/>
              <a:gd name="connsiteY159" fmla="*/ 674512 h 3193741"/>
              <a:gd name="connsiteX160" fmla="*/ 286166 w 5470628"/>
              <a:gd name="connsiteY160" fmla="*/ 661798 h 3193741"/>
              <a:gd name="connsiteX161" fmla="*/ 236268 w 5470628"/>
              <a:gd name="connsiteY161" fmla="*/ 635338 h 3193741"/>
              <a:gd name="connsiteX162" fmla="*/ 231734 w 5470628"/>
              <a:gd name="connsiteY162" fmla="*/ 634225 h 3193741"/>
              <a:gd name="connsiteX163" fmla="*/ 221253 w 5470628"/>
              <a:gd name="connsiteY163" fmla="*/ 623870 h 3193741"/>
              <a:gd name="connsiteX164" fmla="*/ 237564 w 5470628"/>
              <a:gd name="connsiteY164" fmla="*/ 613590 h 3193741"/>
              <a:gd name="connsiteX165" fmla="*/ 282259 w 5470628"/>
              <a:gd name="connsiteY165" fmla="*/ 619091 h 3193741"/>
              <a:gd name="connsiteX166" fmla="*/ 370630 w 5470628"/>
              <a:gd name="connsiteY166" fmla="*/ 665566 h 3193741"/>
              <a:gd name="connsiteX167" fmla="*/ 498017 w 5470628"/>
              <a:gd name="connsiteY167" fmla="*/ 740532 h 3193741"/>
              <a:gd name="connsiteX168" fmla="*/ 918036 w 5470628"/>
              <a:gd name="connsiteY168" fmla="*/ 924307 h 3193741"/>
              <a:gd name="connsiteX169" fmla="*/ 1079304 w 5470628"/>
              <a:gd name="connsiteY169" fmla="*/ 984494 h 3193741"/>
              <a:gd name="connsiteX170" fmla="*/ 1079935 w 5470628"/>
              <a:gd name="connsiteY170" fmla="*/ 980383 h 3193741"/>
              <a:gd name="connsiteX171" fmla="*/ 1079695 w 5470628"/>
              <a:gd name="connsiteY171" fmla="*/ 976616 h 3193741"/>
              <a:gd name="connsiteX172" fmla="*/ 966178 w 5470628"/>
              <a:gd name="connsiteY172" fmla="*/ 937219 h 3193741"/>
              <a:gd name="connsiteX173" fmla="*/ 720106 w 5470628"/>
              <a:gd name="connsiteY173" fmla="*/ 807112 h 3193741"/>
              <a:gd name="connsiteX174" fmla="*/ 698823 w 5470628"/>
              <a:gd name="connsiteY174" fmla="*/ 804708 h 3193741"/>
              <a:gd name="connsiteX175" fmla="*/ 664513 w 5470628"/>
              <a:gd name="connsiteY175" fmla="*/ 784663 h 3193741"/>
              <a:gd name="connsiteX176" fmla="*/ 660380 w 5470628"/>
              <a:gd name="connsiteY176" fmla="*/ 771165 h 3193741"/>
              <a:gd name="connsiteX177" fmla="*/ 584959 w 5470628"/>
              <a:gd name="connsiteY177" fmla="*/ 722409 h 3193741"/>
              <a:gd name="connsiteX178" fmla="*/ 435649 w 5470628"/>
              <a:gd name="connsiteY178" fmla="*/ 639659 h 3193741"/>
              <a:gd name="connsiteX179" fmla="*/ 404944 w 5470628"/>
              <a:gd name="connsiteY179" fmla="*/ 606128 h 3193741"/>
              <a:gd name="connsiteX180" fmla="*/ 408476 w 5470628"/>
              <a:gd name="connsiteY180" fmla="*/ 591466 h 3193741"/>
              <a:gd name="connsiteX181" fmla="*/ 425225 w 5470628"/>
              <a:gd name="connsiteY181" fmla="*/ 592759 h 3193741"/>
              <a:gd name="connsiteX182" fmla="*/ 487115 w 5470628"/>
              <a:gd name="connsiteY182" fmla="*/ 620614 h 3193741"/>
              <a:gd name="connsiteX183" fmla="*/ 550277 w 5470628"/>
              <a:gd name="connsiteY183" fmla="*/ 649738 h 3193741"/>
              <a:gd name="connsiteX184" fmla="*/ 544421 w 5470628"/>
              <a:gd name="connsiteY184" fmla="*/ 641907 h 3193741"/>
              <a:gd name="connsiteX185" fmla="*/ 431905 w 5470628"/>
              <a:gd name="connsiteY185" fmla="*/ 580799 h 3193741"/>
              <a:gd name="connsiteX186" fmla="*/ 351177 w 5470628"/>
              <a:gd name="connsiteY186" fmla="*/ 528177 h 3193741"/>
              <a:gd name="connsiteX187" fmla="*/ 339749 w 5470628"/>
              <a:gd name="connsiteY187" fmla="*/ 498244 h 3193741"/>
              <a:gd name="connsiteX188" fmla="*/ 346313 w 5470628"/>
              <a:gd name="connsiteY188" fmla="*/ 489145 h 3193741"/>
              <a:gd name="connsiteX189" fmla="*/ 356579 w 5470628"/>
              <a:gd name="connsiteY189" fmla="*/ 491460 h 3193741"/>
              <a:gd name="connsiteX190" fmla="*/ 371505 w 5470628"/>
              <a:gd name="connsiteY190" fmla="*/ 501516 h 3193741"/>
              <a:gd name="connsiteX191" fmla="*/ 476275 w 5470628"/>
              <a:gd name="connsiteY191" fmla="*/ 553122 h 3193741"/>
              <a:gd name="connsiteX192" fmla="*/ 649952 w 5470628"/>
              <a:gd name="connsiteY192" fmla="*/ 635294 h 3193741"/>
              <a:gd name="connsiteX193" fmla="*/ 727161 w 5470628"/>
              <a:gd name="connsiteY193" fmla="*/ 651328 h 3193741"/>
              <a:gd name="connsiteX194" fmla="*/ 722417 w 5470628"/>
              <a:gd name="connsiteY194" fmla="*/ 646921 h 3193741"/>
              <a:gd name="connsiteX195" fmla="*/ 546079 w 5470628"/>
              <a:gd name="connsiteY195" fmla="*/ 546328 h 3193741"/>
              <a:gd name="connsiteX196" fmla="*/ 378182 w 5470628"/>
              <a:gd name="connsiteY196" fmla="*/ 386585 h 3193741"/>
              <a:gd name="connsiteX197" fmla="*/ 370158 w 5470628"/>
              <a:gd name="connsiteY197" fmla="*/ 382100 h 3193741"/>
              <a:gd name="connsiteX198" fmla="*/ 357861 w 5470628"/>
              <a:gd name="connsiteY198" fmla="*/ 371252 h 3193741"/>
              <a:gd name="connsiteX199" fmla="*/ 331313 w 5470628"/>
              <a:gd name="connsiteY199" fmla="*/ 328203 h 3193741"/>
              <a:gd name="connsiteX200" fmla="*/ 319354 w 5470628"/>
              <a:gd name="connsiteY200" fmla="*/ 299282 h 3193741"/>
              <a:gd name="connsiteX201" fmla="*/ 319682 w 5470628"/>
              <a:gd name="connsiteY201" fmla="*/ 285719 h 3193741"/>
              <a:gd name="connsiteX202" fmla="*/ 306391 w 5470628"/>
              <a:gd name="connsiteY202" fmla="*/ 268585 h 3193741"/>
              <a:gd name="connsiteX203" fmla="*/ 303294 w 5470628"/>
              <a:gd name="connsiteY203" fmla="*/ 257334 h 3193741"/>
              <a:gd name="connsiteX204" fmla="*/ 319242 w 5470628"/>
              <a:gd name="connsiteY204" fmla="*/ 255403 h 3193741"/>
              <a:gd name="connsiteX205" fmla="*/ 364093 w 5470628"/>
              <a:gd name="connsiteY205" fmla="*/ 286745 h 3193741"/>
              <a:gd name="connsiteX206" fmla="*/ 385301 w 5470628"/>
              <a:gd name="connsiteY206" fmla="*/ 287973 h 3193741"/>
              <a:gd name="connsiteX207" fmla="*/ 417598 w 5470628"/>
              <a:gd name="connsiteY207" fmla="*/ 285722 h 3193741"/>
              <a:gd name="connsiteX208" fmla="*/ 440155 w 5470628"/>
              <a:gd name="connsiteY208" fmla="*/ 308139 h 3193741"/>
              <a:gd name="connsiteX209" fmla="*/ 534406 w 5470628"/>
              <a:gd name="connsiteY209" fmla="*/ 339430 h 3193741"/>
              <a:gd name="connsiteX210" fmla="*/ 495633 w 5470628"/>
              <a:gd name="connsiteY210" fmla="*/ 333450 h 3193741"/>
              <a:gd name="connsiteX211" fmla="*/ 486289 w 5470628"/>
              <a:gd name="connsiteY211" fmla="*/ 322243 h 3193741"/>
              <a:gd name="connsiteX212" fmla="*/ 484000 w 5470628"/>
              <a:gd name="connsiteY212" fmla="*/ 304964 h 3193741"/>
              <a:gd name="connsiteX213" fmla="*/ 436911 w 5470628"/>
              <a:gd name="connsiteY213" fmla="*/ 280536 h 3193741"/>
              <a:gd name="connsiteX214" fmla="*/ 426865 w 5470628"/>
              <a:gd name="connsiteY214" fmla="*/ 277007 h 3193741"/>
              <a:gd name="connsiteX215" fmla="*/ 420654 w 5470628"/>
              <a:gd name="connsiteY215" fmla="*/ 268269 h 3193741"/>
              <a:gd name="connsiteX216" fmla="*/ 432329 w 5470628"/>
              <a:gd name="connsiteY216" fmla="*/ 259975 h 3193741"/>
              <a:gd name="connsiteX217" fmla="*/ 447672 w 5470628"/>
              <a:gd name="connsiteY217" fmla="*/ 257879 h 3193741"/>
              <a:gd name="connsiteX218" fmla="*/ 502242 w 5470628"/>
              <a:gd name="connsiteY218" fmla="*/ 273572 h 3193741"/>
              <a:gd name="connsiteX219" fmla="*/ 659874 w 5470628"/>
              <a:gd name="connsiteY219" fmla="*/ 365516 h 3193741"/>
              <a:gd name="connsiteX220" fmla="*/ 829177 w 5470628"/>
              <a:gd name="connsiteY220" fmla="*/ 444421 h 3193741"/>
              <a:gd name="connsiteX221" fmla="*/ 1231903 w 5470628"/>
              <a:gd name="connsiteY221" fmla="*/ 613682 h 3193741"/>
              <a:gd name="connsiteX222" fmla="*/ 1911736 w 5470628"/>
              <a:gd name="connsiteY222" fmla="*/ 685084 h 3193741"/>
              <a:gd name="connsiteX223" fmla="*/ 2564313 w 5470628"/>
              <a:gd name="connsiteY223" fmla="*/ 632143 h 3193741"/>
              <a:gd name="connsiteX224" fmla="*/ 2657304 w 5470628"/>
              <a:gd name="connsiteY224" fmla="*/ 624913 h 3193741"/>
              <a:gd name="connsiteX225" fmla="*/ 4235818 w 5470628"/>
              <a:gd name="connsiteY225" fmla="*/ 259339 h 3193741"/>
              <a:gd name="connsiteX226" fmla="*/ 4460331 w 5470628"/>
              <a:gd name="connsiteY226" fmla="*/ 176864 h 3193741"/>
              <a:gd name="connsiteX227" fmla="*/ 4499578 w 5470628"/>
              <a:gd name="connsiteY227" fmla="*/ 186791 h 3193741"/>
              <a:gd name="connsiteX228" fmla="*/ 4514640 w 5470628"/>
              <a:gd name="connsiteY228" fmla="*/ 188841 h 3193741"/>
              <a:gd name="connsiteX229" fmla="*/ 4516523 w 5470628"/>
              <a:gd name="connsiteY229" fmla="*/ 189988 h 3193741"/>
              <a:gd name="connsiteX230" fmla="*/ 4518126 w 5470628"/>
              <a:gd name="connsiteY230" fmla="*/ 189316 h 3193741"/>
              <a:gd name="connsiteX231" fmla="*/ 4514640 w 5470628"/>
              <a:gd name="connsiteY231" fmla="*/ 188841 h 3193741"/>
              <a:gd name="connsiteX232" fmla="*/ 4511569 w 5470628"/>
              <a:gd name="connsiteY232" fmla="*/ 186970 h 3193741"/>
              <a:gd name="connsiteX233" fmla="*/ 4510888 w 5470628"/>
              <a:gd name="connsiteY233" fmla="*/ 180943 h 3193741"/>
              <a:gd name="connsiteX234" fmla="*/ 4531865 w 5470628"/>
              <a:gd name="connsiteY234" fmla="*/ 155151 h 3193741"/>
              <a:gd name="connsiteX235" fmla="*/ 4573441 w 5470628"/>
              <a:gd name="connsiteY235" fmla="*/ 139676 h 3193741"/>
              <a:gd name="connsiteX236" fmla="*/ 4594964 w 5470628"/>
              <a:gd name="connsiteY236" fmla="*/ 145847 h 3193741"/>
              <a:gd name="connsiteX237" fmla="*/ 4623059 w 5470628"/>
              <a:gd name="connsiteY237" fmla="*/ 152410 h 3193741"/>
              <a:gd name="connsiteX238" fmla="*/ 4748356 w 5470628"/>
              <a:gd name="connsiteY238" fmla="*/ 68192 h 3193741"/>
              <a:gd name="connsiteX239" fmla="*/ 4833812 w 5470628"/>
              <a:gd name="connsiteY239" fmla="*/ 8017 h 3193741"/>
              <a:gd name="connsiteX240" fmla="*/ 4850908 w 5470628"/>
              <a:gd name="connsiteY240" fmla="*/ 727 h 31937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</a:cxnLst>
            <a:rect l="l" t="t" r="r" b="b"/>
            <a:pathLst>
              <a:path w="5470628" h="3193741">
                <a:moveTo>
                  <a:pt x="5462602" y="1413608"/>
                </a:moveTo>
                <a:lnTo>
                  <a:pt x="5465724" y="1421881"/>
                </a:lnTo>
                <a:cubicBezTo>
                  <a:pt x="5472118" y="1444281"/>
                  <a:pt x="5472640" y="1461744"/>
                  <a:pt x="5465025" y="1466556"/>
                </a:cubicBezTo>
                <a:lnTo>
                  <a:pt x="5463208" y="1466226"/>
                </a:lnTo>
                <a:lnTo>
                  <a:pt x="5463242" y="1451866"/>
                </a:lnTo>
                <a:cubicBezTo>
                  <a:pt x="5463190" y="1441487"/>
                  <a:pt x="5463068" y="1431722"/>
                  <a:pt x="5462894" y="1423194"/>
                </a:cubicBezTo>
                <a:close/>
                <a:moveTo>
                  <a:pt x="5461417" y="1391849"/>
                </a:moveTo>
                <a:cubicBezTo>
                  <a:pt x="5461710" y="1392940"/>
                  <a:pt x="5461992" y="1396513"/>
                  <a:pt x="5462246" y="1401944"/>
                </a:cubicBezTo>
                <a:lnTo>
                  <a:pt x="5462602" y="1413608"/>
                </a:lnTo>
                <a:lnTo>
                  <a:pt x="5459078" y="1404268"/>
                </a:lnTo>
                <a:lnTo>
                  <a:pt x="5460137" y="1393780"/>
                </a:lnTo>
                <a:cubicBezTo>
                  <a:pt x="5460561" y="1391114"/>
                  <a:pt x="5460982" y="1390270"/>
                  <a:pt x="5461417" y="1391849"/>
                </a:cubicBezTo>
                <a:close/>
                <a:moveTo>
                  <a:pt x="614271" y="1052206"/>
                </a:moveTo>
                <a:cubicBezTo>
                  <a:pt x="613444" y="1053256"/>
                  <a:pt x="612323" y="1054339"/>
                  <a:pt x="611497" y="1055389"/>
                </a:cubicBezTo>
                <a:cubicBezTo>
                  <a:pt x="617673" y="1058912"/>
                  <a:pt x="624115" y="1061928"/>
                  <a:pt x="630277" y="1065215"/>
                </a:cubicBezTo>
                <a:cubicBezTo>
                  <a:pt x="637469" y="1066004"/>
                  <a:pt x="644958" y="1066759"/>
                  <a:pt x="651856" y="1067584"/>
                </a:cubicBezTo>
                <a:cubicBezTo>
                  <a:pt x="639327" y="1062458"/>
                  <a:pt x="626799" y="1057332"/>
                  <a:pt x="614271" y="1052206"/>
                </a:cubicBezTo>
                <a:close/>
                <a:moveTo>
                  <a:pt x="810628" y="695550"/>
                </a:moveTo>
                <a:cubicBezTo>
                  <a:pt x="873537" y="739416"/>
                  <a:pt x="951215" y="767494"/>
                  <a:pt x="1033084" y="791270"/>
                </a:cubicBezTo>
                <a:cubicBezTo>
                  <a:pt x="1034205" y="790184"/>
                  <a:pt x="1035031" y="789136"/>
                  <a:pt x="1036153" y="788050"/>
                </a:cubicBezTo>
                <a:cubicBezTo>
                  <a:pt x="960983" y="757296"/>
                  <a:pt x="885798" y="726306"/>
                  <a:pt x="810628" y="695550"/>
                </a:cubicBezTo>
                <a:close/>
                <a:moveTo>
                  <a:pt x="4850908" y="727"/>
                </a:moveTo>
                <a:cubicBezTo>
                  <a:pt x="4858191" y="2929"/>
                  <a:pt x="4860543" y="7152"/>
                  <a:pt x="4858584" y="13795"/>
                </a:cubicBezTo>
                <a:cubicBezTo>
                  <a:pt x="4855845" y="22194"/>
                  <a:pt x="4850092" y="30008"/>
                  <a:pt x="4843408" y="37224"/>
                </a:cubicBezTo>
                <a:cubicBezTo>
                  <a:pt x="4812232" y="71132"/>
                  <a:pt x="4827067" y="79774"/>
                  <a:pt x="4871062" y="78954"/>
                </a:cubicBezTo>
                <a:cubicBezTo>
                  <a:pt x="4910302" y="78234"/>
                  <a:pt x="4949507" y="72299"/>
                  <a:pt x="4989038" y="66799"/>
                </a:cubicBezTo>
                <a:cubicBezTo>
                  <a:pt x="5008500" y="63967"/>
                  <a:pt x="5009491" y="65509"/>
                  <a:pt x="5002636" y="79388"/>
                </a:cubicBezTo>
                <a:cubicBezTo>
                  <a:pt x="4991594" y="102315"/>
                  <a:pt x="4990844" y="123285"/>
                  <a:pt x="5008332" y="140859"/>
                </a:cubicBezTo>
                <a:cubicBezTo>
                  <a:pt x="5012456" y="144868"/>
                  <a:pt x="5015428" y="149491"/>
                  <a:pt x="5014326" y="155555"/>
                </a:cubicBezTo>
                <a:cubicBezTo>
                  <a:pt x="5009356" y="180357"/>
                  <a:pt x="5019874" y="200674"/>
                  <a:pt x="5030704" y="221190"/>
                </a:cubicBezTo>
                <a:cubicBezTo>
                  <a:pt x="5048958" y="255517"/>
                  <a:pt x="5072099" y="287116"/>
                  <a:pt x="5097262" y="317759"/>
                </a:cubicBezTo>
                <a:cubicBezTo>
                  <a:pt x="5115004" y="339336"/>
                  <a:pt x="5126222" y="365974"/>
                  <a:pt x="5165084" y="373367"/>
                </a:cubicBezTo>
                <a:cubicBezTo>
                  <a:pt x="5174420" y="375083"/>
                  <a:pt x="5177498" y="381353"/>
                  <a:pt x="5174137" y="389353"/>
                </a:cubicBezTo>
                <a:cubicBezTo>
                  <a:pt x="5163026" y="415847"/>
                  <a:pt x="5172067" y="436343"/>
                  <a:pt x="5192507" y="453561"/>
                </a:cubicBezTo>
                <a:cubicBezTo>
                  <a:pt x="5199734" y="459565"/>
                  <a:pt x="5197020" y="463690"/>
                  <a:pt x="5187160" y="467732"/>
                </a:cubicBezTo>
                <a:cubicBezTo>
                  <a:pt x="5175836" y="472188"/>
                  <a:pt x="5167025" y="478711"/>
                  <a:pt x="5160106" y="486904"/>
                </a:cubicBezTo>
                <a:cubicBezTo>
                  <a:pt x="5148744" y="500143"/>
                  <a:pt x="5143396" y="514315"/>
                  <a:pt x="5138948" y="528614"/>
                </a:cubicBezTo>
                <a:cubicBezTo>
                  <a:pt x="5132042" y="551041"/>
                  <a:pt x="5123894" y="572670"/>
                  <a:pt x="5097016" y="589923"/>
                </a:cubicBezTo>
                <a:cubicBezTo>
                  <a:pt x="5089016" y="595163"/>
                  <a:pt x="5082598" y="601872"/>
                  <a:pt x="5075869" y="608381"/>
                </a:cubicBezTo>
                <a:cubicBezTo>
                  <a:pt x="5078016" y="614052"/>
                  <a:pt x="5083322" y="617918"/>
                  <a:pt x="5093172" y="618385"/>
                </a:cubicBezTo>
                <a:cubicBezTo>
                  <a:pt x="5155867" y="621469"/>
                  <a:pt x="5153088" y="652648"/>
                  <a:pt x="5153518" y="687474"/>
                </a:cubicBezTo>
                <a:cubicBezTo>
                  <a:pt x="5154177" y="730575"/>
                  <a:pt x="5118812" y="754787"/>
                  <a:pt x="5074984" y="776941"/>
                </a:cubicBezTo>
                <a:cubicBezTo>
                  <a:pt x="5059986" y="784451"/>
                  <a:pt x="5038116" y="786863"/>
                  <a:pt x="5033348" y="805473"/>
                </a:cubicBezTo>
                <a:cubicBezTo>
                  <a:pt x="5059529" y="819384"/>
                  <a:pt x="5089376" y="802009"/>
                  <a:pt x="5116847" y="803426"/>
                </a:cubicBezTo>
                <a:cubicBezTo>
                  <a:pt x="5139548" y="804709"/>
                  <a:pt x="5176330" y="798120"/>
                  <a:pt x="5147902" y="833118"/>
                </a:cubicBezTo>
                <a:cubicBezTo>
                  <a:pt x="5139626" y="843373"/>
                  <a:pt x="5150382" y="848714"/>
                  <a:pt x="5161665" y="848297"/>
                </a:cubicBezTo>
                <a:cubicBezTo>
                  <a:pt x="5253064" y="844106"/>
                  <a:pt x="5215170" y="912756"/>
                  <a:pt x="5246520" y="942412"/>
                </a:cubicBezTo>
                <a:cubicBezTo>
                  <a:pt x="5255359" y="950358"/>
                  <a:pt x="5247812" y="967405"/>
                  <a:pt x="5235368" y="972946"/>
                </a:cubicBezTo>
                <a:cubicBezTo>
                  <a:pt x="5156387" y="1008610"/>
                  <a:pt x="5149354" y="1071149"/>
                  <a:pt x="5113739" y="1128845"/>
                </a:cubicBezTo>
                <a:cubicBezTo>
                  <a:pt x="5157305" y="1144685"/>
                  <a:pt x="5208388" y="1143005"/>
                  <a:pt x="5255034" y="1151117"/>
                </a:cubicBezTo>
                <a:cubicBezTo>
                  <a:pt x="5303482" y="1159484"/>
                  <a:pt x="5304156" y="1170079"/>
                  <a:pt x="5267513" y="1216275"/>
                </a:cubicBezTo>
                <a:cubicBezTo>
                  <a:pt x="5370269" y="1212844"/>
                  <a:pt x="5370269" y="1212844"/>
                  <a:pt x="5343113" y="1281854"/>
                </a:cubicBezTo>
                <a:cubicBezTo>
                  <a:pt x="5386272" y="1279593"/>
                  <a:pt x="5428618" y="1334726"/>
                  <a:pt x="5452014" y="1385543"/>
                </a:cubicBezTo>
                <a:lnTo>
                  <a:pt x="5459078" y="1404268"/>
                </a:lnTo>
                <a:lnTo>
                  <a:pt x="5458838" y="1406644"/>
                </a:lnTo>
                <a:cubicBezTo>
                  <a:pt x="5457942" y="1418063"/>
                  <a:pt x="5456960" y="1434367"/>
                  <a:pt x="5455752" y="1450751"/>
                </a:cubicBezTo>
                <a:lnTo>
                  <a:pt x="5454594" y="1464662"/>
                </a:lnTo>
                <a:lnTo>
                  <a:pt x="5447215" y="1463321"/>
                </a:lnTo>
                <a:cubicBezTo>
                  <a:pt x="5441256" y="1459714"/>
                  <a:pt x="5437002" y="1458345"/>
                  <a:pt x="5433934" y="1458428"/>
                </a:cubicBezTo>
                <a:cubicBezTo>
                  <a:pt x="5424728" y="1458676"/>
                  <a:pt x="5426188" y="1471978"/>
                  <a:pt x="5424276" y="1477014"/>
                </a:cubicBezTo>
                <a:cubicBezTo>
                  <a:pt x="5417851" y="1492977"/>
                  <a:pt x="5433852" y="1501241"/>
                  <a:pt x="5444628" y="1511562"/>
                </a:cubicBezTo>
                <a:cubicBezTo>
                  <a:pt x="5448663" y="1515344"/>
                  <a:pt x="5451544" y="1497678"/>
                  <a:pt x="5453752" y="1474786"/>
                </a:cubicBezTo>
                <a:lnTo>
                  <a:pt x="5454594" y="1464662"/>
                </a:lnTo>
                <a:lnTo>
                  <a:pt x="5463208" y="1466226"/>
                </a:lnTo>
                <a:lnTo>
                  <a:pt x="5463164" y="1484226"/>
                </a:lnTo>
                <a:cubicBezTo>
                  <a:pt x="5462722" y="1528173"/>
                  <a:pt x="5460824" y="1571999"/>
                  <a:pt x="5456160" y="1575885"/>
                </a:cubicBezTo>
                <a:cubicBezTo>
                  <a:pt x="5406708" y="1617226"/>
                  <a:pt x="5442751" y="1692579"/>
                  <a:pt x="5345636" y="1714543"/>
                </a:cubicBezTo>
                <a:cubicBezTo>
                  <a:pt x="5301930" y="1724583"/>
                  <a:pt x="5282493" y="1755882"/>
                  <a:pt x="5251319" y="1775792"/>
                </a:cubicBezTo>
                <a:cubicBezTo>
                  <a:pt x="5142610" y="1844714"/>
                  <a:pt x="5072132" y="1925140"/>
                  <a:pt x="5043512" y="2027305"/>
                </a:cubicBezTo>
                <a:cubicBezTo>
                  <a:pt x="5035488" y="2055562"/>
                  <a:pt x="5000258" y="2081893"/>
                  <a:pt x="4978144" y="2108535"/>
                </a:cubicBezTo>
                <a:cubicBezTo>
                  <a:pt x="4990785" y="2124798"/>
                  <a:pt x="5050411" y="2079615"/>
                  <a:pt x="5031476" y="2128173"/>
                </a:cubicBezTo>
                <a:cubicBezTo>
                  <a:pt x="5017138" y="2164787"/>
                  <a:pt x="4975973" y="2191363"/>
                  <a:pt x="4937389" y="2216441"/>
                </a:cubicBezTo>
                <a:cubicBezTo>
                  <a:pt x="4893079" y="2245058"/>
                  <a:pt x="4843760" y="2269776"/>
                  <a:pt x="4826122" y="2315331"/>
                </a:cubicBezTo>
                <a:cubicBezTo>
                  <a:pt x="4822276" y="2325050"/>
                  <a:pt x="3896510" y="3112888"/>
                  <a:pt x="2544647" y="3190975"/>
                </a:cubicBezTo>
                <a:cubicBezTo>
                  <a:pt x="2323734" y="3203734"/>
                  <a:pt x="1445947" y="3169121"/>
                  <a:pt x="1328257" y="3153006"/>
                </a:cubicBezTo>
                <a:cubicBezTo>
                  <a:pt x="1207258" y="3136344"/>
                  <a:pt x="1101756" y="3091943"/>
                  <a:pt x="977943" y="3082502"/>
                </a:cubicBezTo>
                <a:cubicBezTo>
                  <a:pt x="912454" y="3077622"/>
                  <a:pt x="848655" y="3061861"/>
                  <a:pt x="854473" y="2994250"/>
                </a:cubicBezTo>
                <a:cubicBezTo>
                  <a:pt x="856228" y="2975057"/>
                  <a:pt x="838125" y="2961827"/>
                  <a:pt x="811593" y="2970498"/>
                </a:cubicBezTo>
                <a:cubicBezTo>
                  <a:pt x="761454" y="2987010"/>
                  <a:pt x="736680" y="2962489"/>
                  <a:pt x="707024" y="2945439"/>
                </a:cubicBezTo>
                <a:cubicBezTo>
                  <a:pt x="654509" y="2915262"/>
                  <a:pt x="603913" y="2882480"/>
                  <a:pt x="523487" y="2886053"/>
                </a:cubicBezTo>
                <a:cubicBezTo>
                  <a:pt x="537017" y="2855468"/>
                  <a:pt x="563587" y="2856758"/>
                  <a:pt x="587884" y="2859746"/>
                </a:cubicBezTo>
                <a:cubicBezTo>
                  <a:pt x="652090" y="2867866"/>
                  <a:pt x="715235" y="2878012"/>
                  <a:pt x="779426" y="2885897"/>
                </a:cubicBezTo>
                <a:cubicBezTo>
                  <a:pt x="821123" y="2891048"/>
                  <a:pt x="863074" y="2900202"/>
                  <a:pt x="917288" y="2882248"/>
                </a:cubicBezTo>
                <a:cubicBezTo>
                  <a:pt x="866364" y="2830288"/>
                  <a:pt x="785092" y="2829930"/>
                  <a:pt x="718684" y="2819941"/>
                </a:cubicBezTo>
                <a:cubicBezTo>
                  <a:pt x="635747" y="2807447"/>
                  <a:pt x="584925" y="2771133"/>
                  <a:pt x="524650" y="2731220"/>
                </a:cubicBezTo>
                <a:cubicBezTo>
                  <a:pt x="584180" y="2712621"/>
                  <a:pt x="623299" y="2742760"/>
                  <a:pt x="670138" y="2735189"/>
                </a:cubicBezTo>
                <a:cubicBezTo>
                  <a:pt x="672406" y="2728745"/>
                  <a:pt x="675988" y="2719532"/>
                  <a:pt x="675382" y="2719369"/>
                </a:cubicBezTo>
                <a:cubicBezTo>
                  <a:pt x="596666" y="2703042"/>
                  <a:pt x="557844" y="2658869"/>
                  <a:pt x="542021" y="2601946"/>
                </a:cubicBezTo>
                <a:cubicBezTo>
                  <a:pt x="533902" y="2572560"/>
                  <a:pt x="505246" y="2566541"/>
                  <a:pt x="476895" y="2555976"/>
                </a:cubicBezTo>
                <a:cubicBezTo>
                  <a:pt x="377189" y="2518466"/>
                  <a:pt x="272496" y="2486779"/>
                  <a:pt x="188751" y="2428830"/>
                </a:cubicBezTo>
                <a:cubicBezTo>
                  <a:pt x="280875" y="2426687"/>
                  <a:pt x="357216" y="2461808"/>
                  <a:pt x="456762" y="2468731"/>
                </a:cubicBezTo>
                <a:cubicBezTo>
                  <a:pt x="373794" y="2404281"/>
                  <a:pt x="269816" y="2379152"/>
                  <a:pt x="174514" y="2345378"/>
                </a:cubicBezTo>
                <a:cubicBezTo>
                  <a:pt x="130977" y="2330009"/>
                  <a:pt x="90329" y="2308598"/>
                  <a:pt x="38827" y="2303685"/>
                </a:cubicBezTo>
                <a:cubicBezTo>
                  <a:pt x="20556" y="2301864"/>
                  <a:pt x="-10092" y="2297272"/>
                  <a:pt x="3281" y="2273587"/>
                </a:cubicBezTo>
                <a:cubicBezTo>
                  <a:pt x="14533" y="2253956"/>
                  <a:pt x="39095" y="2256437"/>
                  <a:pt x="61590" y="2259170"/>
                </a:cubicBezTo>
                <a:cubicBezTo>
                  <a:pt x="115591" y="2265916"/>
                  <a:pt x="170539" y="2259497"/>
                  <a:pt x="242291" y="2250569"/>
                </a:cubicBezTo>
                <a:cubicBezTo>
                  <a:pt x="178223" y="2197829"/>
                  <a:pt x="68904" y="2229102"/>
                  <a:pt x="13205" y="2172263"/>
                </a:cubicBezTo>
                <a:cubicBezTo>
                  <a:pt x="77196" y="2153598"/>
                  <a:pt x="128251" y="2170191"/>
                  <a:pt x="180810" y="2168333"/>
                </a:cubicBezTo>
                <a:cubicBezTo>
                  <a:pt x="228319" y="2166612"/>
                  <a:pt x="239444" y="2154350"/>
                  <a:pt x="226020" y="2121100"/>
                </a:cubicBezTo>
                <a:cubicBezTo>
                  <a:pt x="205165" y="2069293"/>
                  <a:pt x="229388" y="2038364"/>
                  <a:pt x="299145" y="2044862"/>
                </a:cubicBezTo>
                <a:cubicBezTo>
                  <a:pt x="363822" y="2051027"/>
                  <a:pt x="369032" y="2029991"/>
                  <a:pt x="350236" y="2001187"/>
                </a:cubicBezTo>
                <a:cubicBezTo>
                  <a:pt x="322862" y="1959187"/>
                  <a:pt x="348423" y="1921214"/>
                  <a:pt x="365223" y="1881218"/>
                </a:cubicBezTo>
                <a:cubicBezTo>
                  <a:pt x="390527" y="1820499"/>
                  <a:pt x="376326" y="1793748"/>
                  <a:pt x="310707" y="1758752"/>
                </a:cubicBezTo>
                <a:cubicBezTo>
                  <a:pt x="273754" y="1739265"/>
                  <a:pt x="234367" y="1723631"/>
                  <a:pt x="181659" y="1709137"/>
                </a:cubicBezTo>
                <a:cubicBezTo>
                  <a:pt x="299387" y="1683727"/>
                  <a:pt x="172918" y="1660608"/>
                  <a:pt x="213063" y="1632021"/>
                </a:cubicBezTo>
                <a:cubicBezTo>
                  <a:pt x="296030" y="1612244"/>
                  <a:pt x="369047" y="1679323"/>
                  <a:pt x="481390" y="1644125"/>
                </a:cubicBezTo>
                <a:cubicBezTo>
                  <a:pt x="336659" y="1595935"/>
                  <a:pt x="176348" y="1532074"/>
                  <a:pt x="68930" y="1457537"/>
                </a:cubicBezTo>
                <a:cubicBezTo>
                  <a:pt x="91299" y="1434897"/>
                  <a:pt x="115799" y="1450436"/>
                  <a:pt x="135138" y="1440976"/>
                </a:cubicBezTo>
                <a:cubicBezTo>
                  <a:pt x="133952" y="1436374"/>
                  <a:pt x="135290" y="1429332"/>
                  <a:pt x="131611" y="1427642"/>
                </a:cubicBezTo>
                <a:cubicBezTo>
                  <a:pt x="52402" y="1389548"/>
                  <a:pt x="51441" y="1388478"/>
                  <a:pt x="130443" y="1343795"/>
                </a:cubicBezTo>
                <a:cubicBezTo>
                  <a:pt x="158017" y="1328118"/>
                  <a:pt x="154966" y="1317573"/>
                  <a:pt x="138930" y="1304094"/>
                </a:cubicBezTo>
                <a:cubicBezTo>
                  <a:pt x="127608" y="1294551"/>
                  <a:pt x="113720" y="1286742"/>
                  <a:pt x="118409" y="1262212"/>
                </a:cubicBezTo>
                <a:cubicBezTo>
                  <a:pt x="164937" y="1287183"/>
                  <a:pt x="383505" y="1312432"/>
                  <a:pt x="421410" y="1304757"/>
                </a:cubicBezTo>
                <a:cubicBezTo>
                  <a:pt x="464009" y="1296037"/>
                  <a:pt x="610877" y="1288926"/>
                  <a:pt x="655702" y="1291801"/>
                </a:cubicBezTo>
                <a:cubicBezTo>
                  <a:pt x="653235" y="1290438"/>
                  <a:pt x="650767" y="1289077"/>
                  <a:pt x="648299" y="1287715"/>
                </a:cubicBezTo>
                <a:cubicBezTo>
                  <a:pt x="603999" y="1260339"/>
                  <a:pt x="559107" y="1233035"/>
                  <a:pt x="531027" y="1193967"/>
                </a:cubicBezTo>
                <a:cubicBezTo>
                  <a:pt x="529741" y="1192462"/>
                  <a:pt x="529061" y="1191120"/>
                  <a:pt x="526433" y="1191913"/>
                </a:cubicBezTo>
                <a:cubicBezTo>
                  <a:pt x="503415" y="1199684"/>
                  <a:pt x="505590" y="1187083"/>
                  <a:pt x="504666" y="1177230"/>
                </a:cubicBezTo>
                <a:cubicBezTo>
                  <a:pt x="503726" y="1167141"/>
                  <a:pt x="499378" y="1159602"/>
                  <a:pt x="482307" y="1162618"/>
                </a:cubicBezTo>
                <a:cubicBezTo>
                  <a:pt x="481421" y="1162726"/>
                  <a:pt x="480226" y="1162633"/>
                  <a:pt x="479029" y="1162540"/>
                </a:cubicBezTo>
                <a:cubicBezTo>
                  <a:pt x="470949" y="1161859"/>
                  <a:pt x="444139" y="1138059"/>
                  <a:pt x="447663" y="1132649"/>
                </a:cubicBezTo>
                <a:cubicBezTo>
                  <a:pt x="455539" y="1120781"/>
                  <a:pt x="446335" y="1116439"/>
                  <a:pt x="438547" y="1110977"/>
                </a:cubicBezTo>
                <a:cubicBezTo>
                  <a:pt x="427656" y="1103517"/>
                  <a:pt x="416795" y="1096529"/>
                  <a:pt x="405343" y="1089612"/>
                </a:cubicBezTo>
                <a:cubicBezTo>
                  <a:pt x="394202" y="1082895"/>
                  <a:pt x="382794" y="1076684"/>
                  <a:pt x="371373" y="1070238"/>
                </a:cubicBezTo>
                <a:cubicBezTo>
                  <a:pt x="344889" y="1065616"/>
                  <a:pt x="318169" y="1061972"/>
                  <a:pt x="290358" y="1059884"/>
                </a:cubicBezTo>
                <a:cubicBezTo>
                  <a:pt x="269709" y="1058114"/>
                  <a:pt x="246624" y="1055453"/>
                  <a:pt x="235140" y="1029322"/>
                </a:cubicBezTo>
                <a:cubicBezTo>
                  <a:pt x="256895" y="1029771"/>
                  <a:pt x="278695" y="1030927"/>
                  <a:pt x="300494" y="1032083"/>
                </a:cubicBezTo>
                <a:cubicBezTo>
                  <a:pt x="279542" y="1020860"/>
                  <a:pt x="259181" y="1009565"/>
                  <a:pt x="239661" y="997457"/>
                </a:cubicBezTo>
                <a:cubicBezTo>
                  <a:pt x="223540" y="987309"/>
                  <a:pt x="210281" y="975391"/>
                  <a:pt x="204788" y="959211"/>
                </a:cubicBezTo>
                <a:cubicBezTo>
                  <a:pt x="203337" y="955117"/>
                  <a:pt x="202166" y="950750"/>
                  <a:pt x="207583" y="947009"/>
                </a:cubicBezTo>
                <a:cubicBezTo>
                  <a:pt x="213561" y="942727"/>
                  <a:pt x="218466" y="944980"/>
                  <a:pt x="223061" y="947033"/>
                </a:cubicBezTo>
                <a:cubicBezTo>
                  <a:pt x="242046" y="955410"/>
                  <a:pt x="261311" y="963516"/>
                  <a:pt x="280015" y="972164"/>
                </a:cubicBezTo>
                <a:cubicBezTo>
                  <a:pt x="304852" y="983629"/>
                  <a:pt x="329408" y="995365"/>
                  <a:pt x="353948" y="1006865"/>
                </a:cubicBezTo>
                <a:cubicBezTo>
                  <a:pt x="319294" y="981405"/>
                  <a:pt x="281290" y="959435"/>
                  <a:pt x="240466" y="939943"/>
                </a:cubicBezTo>
                <a:cubicBezTo>
                  <a:pt x="210990" y="925718"/>
                  <a:pt x="181514" y="911494"/>
                  <a:pt x="158812" y="891467"/>
                </a:cubicBezTo>
                <a:cubicBezTo>
                  <a:pt x="147166" y="881489"/>
                  <a:pt x="141336" y="869384"/>
                  <a:pt x="139551" y="855364"/>
                </a:cubicBezTo>
                <a:cubicBezTo>
                  <a:pt x="139312" y="851597"/>
                  <a:pt x="139634" y="847287"/>
                  <a:pt x="145731" y="844888"/>
                </a:cubicBezTo>
                <a:cubicBezTo>
                  <a:pt x="151843" y="842724"/>
                  <a:pt x="155581" y="845356"/>
                  <a:pt x="158154" y="848366"/>
                </a:cubicBezTo>
                <a:cubicBezTo>
                  <a:pt x="161052" y="851811"/>
                  <a:pt x="164496" y="854479"/>
                  <a:pt x="169370" y="856260"/>
                </a:cubicBezTo>
                <a:cubicBezTo>
                  <a:pt x="212096" y="872913"/>
                  <a:pt x="249775" y="894448"/>
                  <a:pt x="288295" y="915169"/>
                </a:cubicBezTo>
                <a:cubicBezTo>
                  <a:pt x="343452" y="944788"/>
                  <a:pt x="397769" y="975222"/>
                  <a:pt x="462694" y="994643"/>
                </a:cubicBezTo>
                <a:cubicBezTo>
                  <a:pt x="487260" y="1001870"/>
                  <a:pt x="512622" y="1007575"/>
                  <a:pt x="531910" y="1006664"/>
                </a:cubicBezTo>
                <a:cubicBezTo>
                  <a:pt x="460990" y="972547"/>
                  <a:pt x="394087" y="936046"/>
                  <a:pt x="333940" y="893507"/>
                </a:cubicBezTo>
                <a:cubicBezTo>
                  <a:pt x="273173" y="850568"/>
                  <a:pt x="219876" y="803403"/>
                  <a:pt x="181443" y="746608"/>
                </a:cubicBezTo>
                <a:cubicBezTo>
                  <a:pt x="177494" y="740681"/>
                  <a:pt x="175038" y="734810"/>
                  <a:pt x="162678" y="737018"/>
                </a:cubicBezTo>
                <a:cubicBezTo>
                  <a:pt x="157082" y="737933"/>
                  <a:pt x="155070" y="734381"/>
                  <a:pt x="156307" y="730435"/>
                </a:cubicBezTo>
                <a:cubicBezTo>
                  <a:pt x="164051" y="702450"/>
                  <a:pt x="145532" y="687373"/>
                  <a:pt x="117227" y="677515"/>
                </a:cubicBezTo>
                <a:cubicBezTo>
                  <a:pt x="108392" y="674314"/>
                  <a:pt x="107546" y="670384"/>
                  <a:pt x="113655" y="663474"/>
                </a:cubicBezTo>
                <a:cubicBezTo>
                  <a:pt x="121976" y="653926"/>
                  <a:pt x="120506" y="644851"/>
                  <a:pt x="115226" y="636712"/>
                </a:cubicBezTo>
                <a:cubicBezTo>
                  <a:pt x="112224" y="631619"/>
                  <a:pt x="108350" y="626868"/>
                  <a:pt x="105067" y="622046"/>
                </a:cubicBezTo>
                <a:cubicBezTo>
                  <a:pt x="102790" y="619000"/>
                  <a:pt x="99022" y="615897"/>
                  <a:pt x="104113" y="611722"/>
                </a:cubicBezTo>
                <a:cubicBezTo>
                  <a:pt x="108939" y="608053"/>
                  <a:pt x="114081" y="609328"/>
                  <a:pt x="118895" y="610169"/>
                </a:cubicBezTo>
                <a:cubicBezTo>
                  <a:pt x="142040" y="613772"/>
                  <a:pt x="156094" y="624170"/>
                  <a:pt x="163095" y="640642"/>
                </a:cubicBezTo>
                <a:cubicBezTo>
                  <a:pt x="168334" y="652819"/>
                  <a:pt x="173104" y="652953"/>
                  <a:pt x="185766" y="641454"/>
                </a:cubicBezTo>
                <a:cubicBezTo>
                  <a:pt x="195327" y="632704"/>
                  <a:pt x="204232" y="632337"/>
                  <a:pt x="212892" y="637457"/>
                </a:cubicBezTo>
                <a:cubicBezTo>
                  <a:pt x="217516" y="639981"/>
                  <a:pt x="220444" y="643897"/>
                  <a:pt x="223932" y="647271"/>
                </a:cubicBezTo>
                <a:cubicBezTo>
                  <a:pt x="241420" y="664845"/>
                  <a:pt x="259762" y="681841"/>
                  <a:pt x="287167" y="691571"/>
                </a:cubicBezTo>
                <a:cubicBezTo>
                  <a:pt x="299355" y="696027"/>
                  <a:pt x="312354" y="699197"/>
                  <a:pt x="330380" y="692506"/>
                </a:cubicBezTo>
                <a:cubicBezTo>
                  <a:pt x="318517" y="688486"/>
                  <a:pt x="306954" y="689175"/>
                  <a:pt x="296172" y="688108"/>
                </a:cubicBezTo>
                <a:cubicBezTo>
                  <a:pt x="285390" y="687041"/>
                  <a:pt x="279539" y="683953"/>
                  <a:pt x="286974" y="674512"/>
                </a:cubicBezTo>
                <a:cubicBezTo>
                  <a:pt x="291105" y="669267"/>
                  <a:pt x="290555" y="665301"/>
                  <a:pt x="286166" y="661798"/>
                </a:cubicBezTo>
                <a:cubicBezTo>
                  <a:pt x="272052" y="650459"/>
                  <a:pt x="264416" y="633352"/>
                  <a:pt x="236268" y="635338"/>
                </a:cubicBezTo>
                <a:cubicBezTo>
                  <a:pt x="234792" y="635517"/>
                  <a:pt x="233255" y="634754"/>
                  <a:pt x="231734" y="634225"/>
                </a:cubicBezTo>
                <a:cubicBezTo>
                  <a:pt x="225957" y="632316"/>
                  <a:pt x="219575" y="630241"/>
                  <a:pt x="221253" y="623870"/>
                </a:cubicBezTo>
                <a:cubicBezTo>
                  <a:pt x="223227" y="617462"/>
                  <a:pt x="230816" y="615119"/>
                  <a:pt x="237564" y="613590"/>
                </a:cubicBezTo>
                <a:cubicBezTo>
                  <a:pt x="254884" y="609831"/>
                  <a:pt x="268844" y="614072"/>
                  <a:pt x="282259" y="619091"/>
                </a:cubicBezTo>
                <a:cubicBezTo>
                  <a:pt x="314893" y="631509"/>
                  <a:pt x="342201" y="649080"/>
                  <a:pt x="370630" y="665566"/>
                </a:cubicBezTo>
                <a:cubicBezTo>
                  <a:pt x="413275" y="690295"/>
                  <a:pt x="451153" y="719635"/>
                  <a:pt x="498017" y="740532"/>
                </a:cubicBezTo>
                <a:cubicBezTo>
                  <a:pt x="637369" y="802423"/>
                  <a:pt x="774774" y="866448"/>
                  <a:pt x="918036" y="924307"/>
                </a:cubicBezTo>
                <a:cubicBezTo>
                  <a:pt x="970882" y="945666"/>
                  <a:pt x="1024819" y="965469"/>
                  <a:pt x="1079304" y="984494"/>
                </a:cubicBezTo>
                <a:cubicBezTo>
                  <a:pt x="1079509" y="983045"/>
                  <a:pt x="1079744" y="982067"/>
                  <a:pt x="1079935" y="980383"/>
                </a:cubicBezTo>
                <a:cubicBezTo>
                  <a:pt x="1079860" y="979206"/>
                  <a:pt x="1079770" y="977793"/>
                  <a:pt x="1079695" y="976616"/>
                </a:cubicBezTo>
                <a:cubicBezTo>
                  <a:pt x="1041139" y="964679"/>
                  <a:pt x="1003098" y="951491"/>
                  <a:pt x="966178" y="937219"/>
                </a:cubicBezTo>
                <a:cubicBezTo>
                  <a:pt x="875541" y="901932"/>
                  <a:pt x="791930" y="860100"/>
                  <a:pt x="720106" y="807112"/>
                </a:cubicBezTo>
                <a:cubicBezTo>
                  <a:pt x="714181" y="802848"/>
                  <a:pt x="707904" y="802421"/>
                  <a:pt x="698823" y="804708"/>
                </a:cubicBezTo>
                <a:cubicBezTo>
                  <a:pt x="669544" y="812288"/>
                  <a:pt x="659939" y="806334"/>
                  <a:pt x="664513" y="784663"/>
                </a:cubicBezTo>
                <a:cubicBezTo>
                  <a:pt x="665660" y="779304"/>
                  <a:pt x="665686" y="775031"/>
                  <a:pt x="660380" y="771165"/>
                </a:cubicBezTo>
                <a:cubicBezTo>
                  <a:pt x="636661" y="753871"/>
                  <a:pt x="611807" y="737427"/>
                  <a:pt x="584959" y="722409"/>
                </a:cubicBezTo>
                <a:cubicBezTo>
                  <a:pt x="535282" y="694735"/>
                  <a:pt x="482226" y="670082"/>
                  <a:pt x="435649" y="639659"/>
                </a:cubicBezTo>
                <a:cubicBezTo>
                  <a:pt x="421965" y="630403"/>
                  <a:pt x="411440" y="619340"/>
                  <a:pt x="404944" y="606128"/>
                </a:cubicBezTo>
                <a:cubicBezTo>
                  <a:pt x="402872" y="601635"/>
                  <a:pt x="401613" y="595856"/>
                  <a:pt x="408476" y="591466"/>
                </a:cubicBezTo>
                <a:cubicBezTo>
                  <a:pt x="415044" y="587111"/>
                  <a:pt x="420320" y="590506"/>
                  <a:pt x="425225" y="592759"/>
                </a:cubicBezTo>
                <a:cubicBezTo>
                  <a:pt x="445746" y="601899"/>
                  <a:pt x="466578" y="611238"/>
                  <a:pt x="487115" y="620614"/>
                </a:cubicBezTo>
                <a:cubicBezTo>
                  <a:pt x="507947" y="629954"/>
                  <a:pt x="528514" y="639800"/>
                  <a:pt x="550277" y="649738"/>
                </a:cubicBezTo>
                <a:cubicBezTo>
                  <a:pt x="551408" y="644145"/>
                  <a:pt x="546904" y="643504"/>
                  <a:pt x="544421" y="641907"/>
                </a:cubicBezTo>
                <a:cubicBezTo>
                  <a:pt x="509355" y="619344"/>
                  <a:pt x="471190" y="599529"/>
                  <a:pt x="431905" y="580799"/>
                </a:cubicBezTo>
                <a:cubicBezTo>
                  <a:pt x="401512" y="566211"/>
                  <a:pt x="371947" y="550574"/>
                  <a:pt x="351177" y="528177"/>
                </a:cubicBezTo>
                <a:cubicBezTo>
                  <a:pt x="343180" y="519419"/>
                  <a:pt x="338696" y="509759"/>
                  <a:pt x="339749" y="498244"/>
                </a:cubicBezTo>
                <a:cubicBezTo>
                  <a:pt x="340115" y="494641"/>
                  <a:pt x="340481" y="491037"/>
                  <a:pt x="346313" y="489145"/>
                </a:cubicBezTo>
                <a:cubicBezTo>
                  <a:pt x="350979" y="487631"/>
                  <a:pt x="354067" y="489392"/>
                  <a:pt x="356579" y="491460"/>
                </a:cubicBezTo>
                <a:cubicBezTo>
                  <a:pt x="360984" y="495197"/>
                  <a:pt x="365388" y="498934"/>
                  <a:pt x="371505" y="501516"/>
                </a:cubicBezTo>
                <a:cubicBezTo>
                  <a:pt x="408203" y="517000"/>
                  <a:pt x="442659" y="534654"/>
                  <a:pt x="476275" y="553122"/>
                </a:cubicBezTo>
                <a:cubicBezTo>
                  <a:pt x="531461" y="583213"/>
                  <a:pt x="586103" y="614082"/>
                  <a:pt x="649952" y="635294"/>
                </a:cubicBezTo>
                <a:cubicBezTo>
                  <a:pt x="673972" y="643298"/>
                  <a:pt x="698805" y="650018"/>
                  <a:pt x="727161" y="651328"/>
                </a:cubicBezTo>
                <a:cubicBezTo>
                  <a:pt x="726126" y="649081"/>
                  <a:pt x="724263" y="647883"/>
                  <a:pt x="722417" y="646921"/>
                </a:cubicBezTo>
                <a:cubicBezTo>
                  <a:pt x="660627" y="615969"/>
                  <a:pt x="600830" y="583590"/>
                  <a:pt x="546079" y="546328"/>
                </a:cubicBezTo>
                <a:cubicBezTo>
                  <a:pt x="478576" y="500409"/>
                  <a:pt x="420223" y="448637"/>
                  <a:pt x="378182" y="386585"/>
                </a:cubicBezTo>
                <a:cubicBezTo>
                  <a:pt x="376229" y="383975"/>
                  <a:pt x="374884" y="381528"/>
                  <a:pt x="370158" y="382100"/>
                </a:cubicBezTo>
                <a:cubicBezTo>
                  <a:pt x="358064" y="383802"/>
                  <a:pt x="356583" y="379236"/>
                  <a:pt x="357861" y="371252"/>
                </a:cubicBezTo>
                <a:cubicBezTo>
                  <a:pt x="361373" y="351608"/>
                  <a:pt x="352380" y="336565"/>
                  <a:pt x="331313" y="328203"/>
                </a:cubicBezTo>
                <a:cubicBezTo>
                  <a:pt x="316037" y="321986"/>
                  <a:pt x="303183" y="316425"/>
                  <a:pt x="319354" y="299282"/>
                </a:cubicBezTo>
                <a:cubicBezTo>
                  <a:pt x="323265" y="295249"/>
                  <a:pt x="321459" y="290249"/>
                  <a:pt x="319682" y="285719"/>
                </a:cubicBezTo>
                <a:cubicBezTo>
                  <a:pt x="317166" y="278905"/>
                  <a:pt x="312080" y="273828"/>
                  <a:pt x="306391" y="268585"/>
                </a:cubicBezTo>
                <a:cubicBezTo>
                  <a:pt x="303227" y="265647"/>
                  <a:pt x="299399" y="261602"/>
                  <a:pt x="303294" y="257334"/>
                </a:cubicBezTo>
                <a:cubicBezTo>
                  <a:pt x="307735" y="252289"/>
                  <a:pt x="314131" y="254598"/>
                  <a:pt x="319242" y="255403"/>
                </a:cubicBezTo>
                <a:cubicBezTo>
                  <a:pt x="342683" y="258970"/>
                  <a:pt x="357062" y="269803"/>
                  <a:pt x="364093" y="286745"/>
                </a:cubicBezTo>
                <a:cubicBezTo>
                  <a:pt x="368651" y="297582"/>
                  <a:pt x="374307" y="297608"/>
                  <a:pt x="385301" y="287973"/>
                </a:cubicBezTo>
                <a:cubicBezTo>
                  <a:pt x="397712" y="277216"/>
                  <a:pt x="408079" y="276436"/>
                  <a:pt x="417598" y="285722"/>
                </a:cubicBezTo>
                <a:cubicBezTo>
                  <a:pt x="425226" y="293339"/>
                  <a:pt x="431406" y="301607"/>
                  <a:pt x="440155" y="308139"/>
                </a:cubicBezTo>
                <a:cubicBezTo>
                  <a:pt x="463623" y="326175"/>
                  <a:pt x="485720" y="346039"/>
                  <a:pt x="534406" y="339430"/>
                </a:cubicBezTo>
                <a:cubicBezTo>
                  <a:pt x="520872" y="332528"/>
                  <a:pt x="507316" y="334645"/>
                  <a:pt x="495633" y="333450"/>
                </a:cubicBezTo>
                <a:cubicBezTo>
                  <a:pt x="487244" y="332567"/>
                  <a:pt x="478750" y="330037"/>
                  <a:pt x="486289" y="322243"/>
                </a:cubicBezTo>
                <a:cubicBezTo>
                  <a:pt x="494951" y="313365"/>
                  <a:pt x="489365" y="309771"/>
                  <a:pt x="484000" y="304964"/>
                </a:cubicBezTo>
                <a:cubicBezTo>
                  <a:pt x="471673" y="293645"/>
                  <a:pt x="461604" y="280392"/>
                  <a:pt x="436911" y="280536"/>
                </a:cubicBezTo>
                <a:cubicBezTo>
                  <a:pt x="433041" y="280530"/>
                  <a:pt x="429923" y="278297"/>
                  <a:pt x="426865" y="277007"/>
                </a:cubicBezTo>
                <a:cubicBezTo>
                  <a:pt x="422581" y="275154"/>
                  <a:pt x="418872" y="272993"/>
                  <a:pt x="420654" y="268269"/>
                </a:cubicBezTo>
                <a:cubicBezTo>
                  <a:pt x="422468" y="264016"/>
                  <a:pt x="426748" y="261125"/>
                  <a:pt x="432329" y="259975"/>
                </a:cubicBezTo>
                <a:cubicBezTo>
                  <a:pt x="437320" y="258895"/>
                  <a:pt x="442621" y="258016"/>
                  <a:pt x="447672" y="257879"/>
                </a:cubicBezTo>
                <a:cubicBezTo>
                  <a:pt x="470223" y="256809"/>
                  <a:pt x="486254" y="265543"/>
                  <a:pt x="502242" y="273572"/>
                </a:cubicBezTo>
                <a:cubicBezTo>
                  <a:pt x="558179" y="301436"/>
                  <a:pt x="607891" y="334326"/>
                  <a:pt x="659874" y="365516"/>
                </a:cubicBezTo>
                <a:cubicBezTo>
                  <a:pt x="711842" y="396471"/>
                  <a:pt x="772192" y="418818"/>
                  <a:pt x="829177" y="444421"/>
                </a:cubicBezTo>
                <a:cubicBezTo>
                  <a:pt x="960626" y="503711"/>
                  <a:pt x="1092650" y="562693"/>
                  <a:pt x="1231903" y="613682"/>
                </a:cubicBezTo>
                <a:cubicBezTo>
                  <a:pt x="1368099" y="663381"/>
                  <a:pt x="1823141" y="686561"/>
                  <a:pt x="1911736" y="685084"/>
                </a:cubicBezTo>
                <a:cubicBezTo>
                  <a:pt x="2024994" y="682992"/>
                  <a:pt x="2291986" y="655399"/>
                  <a:pt x="2564313" y="632143"/>
                </a:cubicBezTo>
                <a:cubicBezTo>
                  <a:pt x="2595089" y="629364"/>
                  <a:pt x="2625288" y="626893"/>
                  <a:pt x="2657304" y="624913"/>
                </a:cubicBezTo>
                <a:cubicBezTo>
                  <a:pt x="3564401" y="568191"/>
                  <a:pt x="4203594" y="276765"/>
                  <a:pt x="4235818" y="259339"/>
                </a:cubicBezTo>
                <a:cubicBezTo>
                  <a:pt x="4287616" y="231474"/>
                  <a:pt x="4460006" y="176429"/>
                  <a:pt x="4460331" y="176864"/>
                </a:cubicBezTo>
                <a:cubicBezTo>
                  <a:pt x="4464175" y="181144"/>
                  <a:pt x="4483735" y="184529"/>
                  <a:pt x="4499578" y="186791"/>
                </a:cubicBezTo>
                <a:lnTo>
                  <a:pt x="4514640" y="188841"/>
                </a:lnTo>
                <a:lnTo>
                  <a:pt x="4516523" y="189988"/>
                </a:lnTo>
                <a:cubicBezTo>
                  <a:pt x="4522035" y="190091"/>
                  <a:pt x="4521760" y="189857"/>
                  <a:pt x="4518126" y="189316"/>
                </a:cubicBezTo>
                <a:lnTo>
                  <a:pt x="4514640" y="188841"/>
                </a:lnTo>
                <a:lnTo>
                  <a:pt x="4511569" y="186970"/>
                </a:lnTo>
                <a:cubicBezTo>
                  <a:pt x="4510788" y="185226"/>
                  <a:pt x="4510719" y="182981"/>
                  <a:pt x="4510888" y="180943"/>
                </a:cubicBezTo>
                <a:cubicBezTo>
                  <a:pt x="4511690" y="170169"/>
                  <a:pt x="4517648" y="160906"/>
                  <a:pt x="4531865" y="155151"/>
                </a:cubicBezTo>
                <a:cubicBezTo>
                  <a:pt x="4545507" y="149703"/>
                  <a:pt x="4559473" y="144689"/>
                  <a:pt x="4573441" y="139676"/>
                </a:cubicBezTo>
                <a:cubicBezTo>
                  <a:pt x="4585075" y="135420"/>
                  <a:pt x="4593048" y="134454"/>
                  <a:pt x="4594964" y="145847"/>
                </a:cubicBezTo>
                <a:cubicBezTo>
                  <a:pt x="4596879" y="157242"/>
                  <a:pt x="4613452" y="160454"/>
                  <a:pt x="4623059" y="152410"/>
                </a:cubicBezTo>
                <a:cubicBezTo>
                  <a:pt x="4660632" y="120811"/>
                  <a:pt x="4705757" y="95654"/>
                  <a:pt x="4748356" y="68192"/>
                </a:cubicBezTo>
                <a:cubicBezTo>
                  <a:pt x="4778098" y="49168"/>
                  <a:pt x="4809406" y="31378"/>
                  <a:pt x="4833812" y="8017"/>
                </a:cubicBezTo>
                <a:cubicBezTo>
                  <a:pt x="4838299" y="3678"/>
                  <a:pt x="4842399" y="-2039"/>
                  <a:pt x="4850908" y="727"/>
                </a:cubicBezTo>
                <a:close/>
              </a:path>
            </a:pathLst>
          </a:custGeom>
          <a:solidFill>
            <a:schemeClr val="bg2">
              <a:alpha val="50000"/>
            </a:schemeClr>
          </a:solidFill>
          <a:ln w="32707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ACB2C183-4DDA-68E6-10F6-3D57C8B56A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844" y="683419"/>
            <a:ext cx="3494859" cy="5491162"/>
          </a:xfrm>
        </p:spPr>
        <p:txBody>
          <a:bodyPr>
            <a:normAutofit/>
          </a:bodyPr>
          <a:lstStyle/>
          <a:p>
            <a:r>
              <a:rPr lang="ja-JP" altLang="ja-JP" b="1" dirty="0"/>
              <a:t>サイトの構成</a:t>
            </a:r>
            <a:br>
              <a:rPr lang="ja-JP" altLang="ja-JP" b="1" dirty="0"/>
            </a:br>
            <a:endParaRPr kumimoji="1" lang="ja-JP" altLang="en-US" dirty="0"/>
          </a:p>
        </p:txBody>
      </p:sp>
      <p:graphicFrame>
        <p:nvGraphicFramePr>
          <p:cNvPr id="5" name="コンテンツ プレースホルダー 2">
            <a:extLst>
              <a:ext uri="{FF2B5EF4-FFF2-40B4-BE49-F238E27FC236}">
                <a16:creationId xmlns:a16="http://schemas.microsoft.com/office/drawing/2014/main" id="{BEBFBB75-66D2-F258-393D-487C4407CD1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555035316"/>
              </p:ext>
            </p:extLst>
          </p:nvPr>
        </p:nvGraphicFramePr>
        <p:xfrm>
          <a:off x="4702547" y="838199"/>
          <a:ext cx="6651253" cy="533876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83471240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EB0D289-21D5-3F19-FC83-2AD4EE515A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F5E8A6C3-0FA5-19D3-3CCD-E738C41821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0B23FD8C-3280-CD94-C373-14ACFF99BD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73235" y="1371600"/>
            <a:ext cx="4529312" cy="3589977"/>
          </a:xfrm>
          <a:custGeom>
            <a:avLst/>
            <a:gdLst>
              <a:gd name="connsiteX0" fmla="*/ 5462602 w 5470628"/>
              <a:gd name="connsiteY0" fmla="*/ 1413608 h 3193741"/>
              <a:gd name="connsiteX1" fmla="*/ 5465724 w 5470628"/>
              <a:gd name="connsiteY1" fmla="*/ 1421881 h 3193741"/>
              <a:gd name="connsiteX2" fmla="*/ 5465025 w 5470628"/>
              <a:gd name="connsiteY2" fmla="*/ 1466556 h 3193741"/>
              <a:gd name="connsiteX3" fmla="*/ 5463208 w 5470628"/>
              <a:gd name="connsiteY3" fmla="*/ 1466226 h 3193741"/>
              <a:gd name="connsiteX4" fmla="*/ 5463242 w 5470628"/>
              <a:gd name="connsiteY4" fmla="*/ 1451866 h 3193741"/>
              <a:gd name="connsiteX5" fmla="*/ 5462894 w 5470628"/>
              <a:gd name="connsiteY5" fmla="*/ 1423194 h 3193741"/>
              <a:gd name="connsiteX6" fmla="*/ 5461417 w 5470628"/>
              <a:gd name="connsiteY6" fmla="*/ 1391849 h 3193741"/>
              <a:gd name="connsiteX7" fmla="*/ 5462246 w 5470628"/>
              <a:gd name="connsiteY7" fmla="*/ 1401944 h 3193741"/>
              <a:gd name="connsiteX8" fmla="*/ 5462602 w 5470628"/>
              <a:gd name="connsiteY8" fmla="*/ 1413608 h 3193741"/>
              <a:gd name="connsiteX9" fmla="*/ 5459078 w 5470628"/>
              <a:gd name="connsiteY9" fmla="*/ 1404268 h 3193741"/>
              <a:gd name="connsiteX10" fmla="*/ 5460137 w 5470628"/>
              <a:gd name="connsiteY10" fmla="*/ 1393780 h 3193741"/>
              <a:gd name="connsiteX11" fmla="*/ 5461417 w 5470628"/>
              <a:gd name="connsiteY11" fmla="*/ 1391849 h 3193741"/>
              <a:gd name="connsiteX12" fmla="*/ 614271 w 5470628"/>
              <a:gd name="connsiteY12" fmla="*/ 1052206 h 3193741"/>
              <a:gd name="connsiteX13" fmla="*/ 611497 w 5470628"/>
              <a:gd name="connsiteY13" fmla="*/ 1055389 h 3193741"/>
              <a:gd name="connsiteX14" fmla="*/ 630277 w 5470628"/>
              <a:gd name="connsiteY14" fmla="*/ 1065215 h 3193741"/>
              <a:gd name="connsiteX15" fmla="*/ 651856 w 5470628"/>
              <a:gd name="connsiteY15" fmla="*/ 1067584 h 3193741"/>
              <a:gd name="connsiteX16" fmla="*/ 614271 w 5470628"/>
              <a:gd name="connsiteY16" fmla="*/ 1052206 h 3193741"/>
              <a:gd name="connsiteX17" fmla="*/ 810628 w 5470628"/>
              <a:gd name="connsiteY17" fmla="*/ 695550 h 3193741"/>
              <a:gd name="connsiteX18" fmla="*/ 1033084 w 5470628"/>
              <a:gd name="connsiteY18" fmla="*/ 791270 h 3193741"/>
              <a:gd name="connsiteX19" fmla="*/ 1036153 w 5470628"/>
              <a:gd name="connsiteY19" fmla="*/ 788050 h 3193741"/>
              <a:gd name="connsiteX20" fmla="*/ 810628 w 5470628"/>
              <a:gd name="connsiteY20" fmla="*/ 695550 h 3193741"/>
              <a:gd name="connsiteX21" fmla="*/ 4850908 w 5470628"/>
              <a:gd name="connsiteY21" fmla="*/ 727 h 3193741"/>
              <a:gd name="connsiteX22" fmla="*/ 4858584 w 5470628"/>
              <a:gd name="connsiteY22" fmla="*/ 13795 h 3193741"/>
              <a:gd name="connsiteX23" fmla="*/ 4843408 w 5470628"/>
              <a:gd name="connsiteY23" fmla="*/ 37224 h 3193741"/>
              <a:gd name="connsiteX24" fmla="*/ 4871062 w 5470628"/>
              <a:gd name="connsiteY24" fmla="*/ 78954 h 3193741"/>
              <a:gd name="connsiteX25" fmla="*/ 4989038 w 5470628"/>
              <a:gd name="connsiteY25" fmla="*/ 66799 h 3193741"/>
              <a:gd name="connsiteX26" fmla="*/ 5002636 w 5470628"/>
              <a:gd name="connsiteY26" fmla="*/ 79388 h 3193741"/>
              <a:gd name="connsiteX27" fmla="*/ 5008332 w 5470628"/>
              <a:gd name="connsiteY27" fmla="*/ 140859 h 3193741"/>
              <a:gd name="connsiteX28" fmla="*/ 5014326 w 5470628"/>
              <a:gd name="connsiteY28" fmla="*/ 155555 h 3193741"/>
              <a:gd name="connsiteX29" fmla="*/ 5030704 w 5470628"/>
              <a:gd name="connsiteY29" fmla="*/ 221190 h 3193741"/>
              <a:gd name="connsiteX30" fmla="*/ 5097262 w 5470628"/>
              <a:gd name="connsiteY30" fmla="*/ 317759 h 3193741"/>
              <a:gd name="connsiteX31" fmla="*/ 5165084 w 5470628"/>
              <a:gd name="connsiteY31" fmla="*/ 373367 h 3193741"/>
              <a:gd name="connsiteX32" fmla="*/ 5174137 w 5470628"/>
              <a:gd name="connsiteY32" fmla="*/ 389353 h 3193741"/>
              <a:gd name="connsiteX33" fmla="*/ 5192507 w 5470628"/>
              <a:gd name="connsiteY33" fmla="*/ 453561 h 3193741"/>
              <a:gd name="connsiteX34" fmla="*/ 5187160 w 5470628"/>
              <a:gd name="connsiteY34" fmla="*/ 467732 h 3193741"/>
              <a:gd name="connsiteX35" fmla="*/ 5160106 w 5470628"/>
              <a:gd name="connsiteY35" fmla="*/ 486904 h 3193741"/>
              <a:gd name="connsiteX36" fmla="*/ 5138948 w 5470628"/>
              <a:gd name="connsiteY36" fmla="*/ 528614 h 3193741"/>
              <a:gd name="connsiteX37" fmla="*/ 5097016 w 5470628"/>
              <a:gd name="connsiteY37" fmla="*/ 589923 h 3193741"/>
              <a:gd name="connsiteX38" fmla="*/ 5075869 w 5470628"/>
              <a:gd name="connsiteY38" fmla="*/ 608381 h 3193741"/>
              <a:gd name="connsiteX39" fmla="*/ 5093172 w 5470628"/>
              <a:gd name="connsiteY39" fmla="*/ 618385 h 3193741"/>
              <a:gd name="connsiteX40" fmla="*/ 5153518 w 5470628"/>
              <a:gd name="connsiteY40" fmla="*/ 687474 h 3193741"/>
              <a:gd name="connsiteX41" fmla="*/ 5074984 w 5470628"/>
              <a:gd name="connsiteY41" fmla="*/ 776941 h 3193741"/>
              <a:gd name="connsiteX42" fmla="*/ 5033348 w 5470628"/>
              <a:gd name="connsiteY42" fmla="*/ 805473 h 3193741"/>
              <a:gd name="connsiteX43" fmla="*/ 5116847 w 5470628"/>
              <a:gd name="connsiteY43" fmla="*/ 803426 h 3193741"/>
              <a:gd name="connsiteX44" fmla="*/ 5147902 w 5470628"/>
              <a:gd name="connsiteY44" fmla="*/ 833118 h 3193741"/>
              <a:gd name="connsiteX45" fmla="*/ 5161665 w 5470628"/>
              <a:gd name="connsiteY45" fmla="*/ 848297 h 3193741"/>
              <a:gd name="connsiteX46" fmla="*/ 5246520 w 5470628"/>
              <a:gd name="connsiteY46" fmla="*/ 942412 h 3193741"/>
              <a:gd name="connsiteX47" fmla="*/ 5235368 w 5470628"/>
              <a:gd name="connsiteY47" fmla="*/ 972946 h 3193741"/>
              <a:gd name="connsiteX48" fmla="*/ 5113739 w 5470628"/>
              <a:gd name="connsiteY48" fmla="*/ 1128845 h 3193741"/>
              <a:gd name="connsiteX49" fmla="*/ 5255034 w 5470628"/>
              <a:gd name="connsiteY49" fmla="*/ 1151117 h 3193741"/>
              <a:gd name="connsiteX50" fmla="*/ 5267513 w 5470628"/>
              <a:gd name="connsiteY50" fmla="*/ 1216275 h 3193741"/>
              <a:gd name="connsiteX51" fmla="*/ 5343113 w 5470628"/>
              <a:gd name="connsiteY51" fmla="*/ 1281854 h 3193741"/>
              <a:gd name="connsiteX52" fmla="*/ 5452014 w 5470628"/>
              <a:gd name="connsiteY52" fmla="*/ 1385543 h 3193741"/>
              <a:gd name="connsiteX53" fmla="*/ 5459078 w 5470628"/>
              <a:gd name="connsiteY53" fmla="*/ 1404268 h 3193741"/>
              <a:gd name="connsiteX54" fmla="*/ 5458838 w 5470628"/>
              <a:gd name="connsiteY54" fmla="*/ 1406644 h 3193741"/>
              <a:gd name="connsiteX55" fmla="*/ 5455752 w 5470628"/>
              <a:gd name="connsiteY55" fmla="*/ 1450751 h 3193741"/>
              <a:gd name="connsiteX56" fmla="*/ 5454594 w 5470628"/>
              <a:gd name="connsiteY56" fmla="*/ 1464662 h 3193741"/>
              <a:gd name="connsiteX57" fmla="*/ 5447215 w 5470628"/>
              <a:gd name="connsiteY57" fmla="*/ 1463321 h 3193741"/>
              <a:gd name="connsiteX58" fmla="*/ 5433934 w 5470628"/>
              <a:gd name="connsiteY58" fmla="*/ 1458428 h 3193741"/>
              <a:gd name="connsiteX59" fmla="*/ 5424276 w 5470628"/>
              <a:gd name="connsiteY59" fmla="*/ 1477014 h 3193741"/>
              <a:gd name="connsiteX60" fmla="*/ 5444628 w 5470628"/>
              <a:gd name="connsiteY60" fmla="*/ 1511562 h 3193741"/>
              <a:gd name="connsiteX61" fmla="*/ 5453752 w 5470628"/>
              <a:gd name="connsiteY61" fmla="*/ 1474786 h 3193741"/>
              <a:gd name="connsiteX62" fmla="*/ 5454594 w 5470628"/>
              <a:gd name="connsiteY62" fmla="*/ 1464662 h 3193741"/>
              <a:gd name="connsiteX63" fmla="*/ 5463208 w 5470628"/>
              <a:gd name="connsiteY63" fmla="*/ 1466226 h 3193741"/>
              <a:gd name="connsiteX64" fmla="*/ 5463164 w 5470628"/>
              <a:gd name="connsiteY64" fmla="*/ 1484226 h 3193741"/>
              <a:gd name="connsiteX65" fmla="*/ 5456160 w 5470628"/>
              <a:gd name="connsiteY65" fmla="*/ 1575885 h 3193741"/>
              <a:gd name="connsiteX66" fmla="*/ 5345636 w 5470628"/>
              <a:gd name="connsiteY66" fmla="*/ 1714543 h 3193741"/>
              <a:gd name="connsiteX67" fmla="*/ 5251319 w 5470628"/>
              <a:gd name="connsiteY67" fmla="*/ 1775792 h 3193741"/>
              <a:gd name="connsiteX68" fmla="*/ 5043512 w 5470628"/>
              <a:gd name="connsiteY68" fmla="*/ 2027305 h 3193741"/>
              <a:gd name="connsiteX69" fmla="*/ 4978144 w 5470628"/>
              <a:gd name="connsiteY69" fmla="*/ 2108535 h 3193741"/>
              <a:gd name="connsiteX70" fmla="*/ 5031476 w 5470628"/>
              <a:gd name="connsiteY70" fmla="*/ 2128173 h 3193741"/>
              <a:gd name="connsiteX71" fmla="*/ 4937389 w 5470628"/>
              <a:gd name="connsiteY71" fmla="*/ 2216441 h 3193741"/>
              <a:gd name="connsiteX72" fmla="*/ 4826122 w 5470628"/>
              <a:gd name="connsiteY72" fmla="*/ 2315331 h 3193741"/>
              <a:gd name="connsiteX73" fmla="*/ 2544647 w 5470628"/>
              <a:gd name="connsiteY73" fmla="*/ 3190975 h 3193741"/>
              <a:gd name="connsiteX74" fmla="*/ 1328257 w 5470628"/>
              <a:gd name="connsiteY74" fmla="*/ 3153006 h 3193741"/>
              <a:gd name="connsiteX75" fmla="*/ 977943 w 5470628"/>
              <a:gd name="connsiteY75" fmla="*/ 3082502 h 3193741"/>
              <a:gd name="connsiteX76" fmla="*/ 854473 w 5470628"/>
              <a:gd name="connsiteY76" fmla="*/ 2994250 h 3193741"/>
              <a:gd name="connsiteX77" fmla="*/ 811593 w 5470628"/>
              <a:gd name="connsiteY77" fmla="*/ 2970498 h 3193741"/>
              <a:gd name="connsiteX78" fmla="*/ 707024 w 5470628"/>
              <a:gd name="connsiteY78" fmla="*/ 2945439 h 3193741"/>
              <a:gd name="connsiteX79" fmla="*/ 523487 w 5470628"/>
              <a:gd name="connsiteY79" fmla="*/ 2886053 h 3193741"/>
              <a:gd name="connsiteX80" fmla="*/ 587884 w 5470628"/>
              <a:gd name="connsiteY80" fmla="*/ 2859746 h 3193741"/>
              <a:gd name="connsiteX81" fmla="*/ 779426 w 5470628"/>
              <a:gd name="connsiteY81" fmla="*/ 2885897 h 3193741"/>
              <a:gd name="connsiteX82" fmla="*/ 917288 w 5470628"/>
              <a:gd name="connsiteY82" fmla="*/ 2882248 h 3193741"/>
              <a:gd name="connsiteX83" fmla="*/ 718684 w 5470628"/>
              <a:gd name="connsiteY83" fmla="*/ 2819941 h 3193741"/>
              <a:gd name="connsiteX84" fmla="*/ 524650 w 5470628"/>
              <a:gd name="connsiteY84" fmla="*/ 2731220 h 3193741"/>
              <a:gd name="connsiteX85" fmla="*/ 670138 w 5470628"/>
              <a:gd name="connsiteY85" fmla="*/ 2735189 h 3193741"/>
              <a:gd name="connsiteX86" fmla="*/ 675382 w 5470628"/>
              <a:gd name="connsiteY86" fmla="*/ 2719369 h 3193741"/>
              <a:gd name="connsiteX87" fmla="*/ 542021 w 5470628"/>
              <a:gd name="connsiteY87" fmla="*/ 2601946 h 3193741"/>
              <a:gd name="connsiteX88" fmla="*/ 476895 w 5470628"/>
              <a:gd name="connsiteY88" fmla="*/ 2555976 h 3193741"/>
              <a:gd name="connsiteX89" fmla="*/ 188751 w 5470628"/>
              <a:gd name="connsiteY89" fmla="*/ 2428830 h 3193741"/>
              <a:gd name="connsiteX90" fmla="*/ 456762 w 5470628"/>
              <a:gd name="connsiteY90" fmla="*/ 2468731 h 3193741"/>
              <a:gd name="connsiteX91" fmla="*/ 174514 w 5470628"/>
              <a:gd name="connsiteY91" fmla="*/ 2345378 h 3193741"/>
              <a:gd name="connsiteX92" fmla="*/ 38827 w 5470628"/>
              <a:gd name="connsiteY92" fmla="*/ 2303685 h 3193741"/>
              <a:gd name="connsiteX93" fmla="*/ 3281 w 5470628"/>
              <a:gd name="connsiteY93" fmla="*/ 2273587 h 3193741"/>
              <a:gd name="connsiteX94" fmla="*/ 61590 w 5470628"/>
              <a:gd name="connsiteY94" fmla="*/ 2259170 h 3193741"/>
              <a:gd name="connsiteX95" fmla="*/ 242291 w 5470628"/>
              <a:gd name="connsiteY95" fmla="*/ 2250569 h 3193741"/>
              <a:gd name="connsiteX96" fmla="*/ 13205 w 5470628"/>
              <a:gd name="connsiteY96" fmla="*/ 2172263 h 3193741"/>
              <a:gd name="connsiteX97" fmla="*/ 180810 w 5470628"/>
              <a:gd name="connsiteY97" fmla="*/ 2168333 h 3193741"/>
              <a:gd name="connsiteX98" fmla="*/ 226020 w 5470628"/>
              <a:gd name="connsiteY98" fmla="*/ 2121100 h 3193741"/>
              <a:gd name="connsiteX99" fmla="*/ 299145 w 5470628"/>
              <a:gd name="connsiteY99" fmla="*/ 2044862 h 3193741"/>
              <a:gd name="connsiteX100" fmla="*/ 350236 w 5470628"/>
              <a:gd name="connsiteY100" fmla="*/ 2001187 h 3193741"/>
              <a:gd name="connsiteX101" fmla="*/ 365223 w 5470628"/>
              <a:gd name="connsiteY101" fmla="*/ 1881218 h 3193741"/>
              <a:gd name="connsiteX102" fmla="*/ 310707 w 5470628"/>
              <a:gd name="connsiteY102" fmla="*/ 1758752 h 3193741"/>
              <a:gd name="connsiteX103" fmla="*/ 181659 w 5470628"/>
              <a:gd name="connsiteY103" fmla="*/ 1709137 h 3193741"/>
              <a:gd name="connsiteX104" fmla="*/ 213063 w 5470628"/>
              <a:gd name="connsiteY104" fmla="*/ 1632021 h 3193741"/>
              <a:gd name="connsiteX105" fmla="*/ 481390 w 5470628"/>
              <a:gd name="connsiteY105" fmla="*/ 1644125 h 3193741"/>
              <a:gd name="connsiteX106" fmla="*/ 68930 w 5470628"/>
              <a:gd name="connsiteY106" fmla="*/ 1457537 h 3193741"/>
              <a:gd name="connsiteX107" fmla="*/ 135138 w 5470628"/>
              <a:gd name="connsiteY107" fmla="*/ 1440976 h 3193741"/>
              <a:gd name="connsiteX108" fmla="*/ 131611 w 5470628"/>
              <a:gd name="connsiteY108" fmla="*/ 1427642 h 3193741"/>
              <a:gd name="connsiteX109" fmla="*/ 130443 w 5470628"/>
              <a:gd name="connsiteY109" fmla="*/ 1343795 h 3193741"/>
              <a:gd name="connsiteX110" fmla="*/ 138930 w 5470628"/>
              <a:gd name="connsiteY110" fmla="*/ 1304094 h 3193741"/>
              <a:gd name="connsiteX111" fmla="*/ 118409 w 5470628"/>
              <a:gd name="connsiteY111" fmla="*/ 1262212 h 3193741"/>
              <a:gd name="connsiteX112" fmla="*/ 421410 w 5470628"/>
              <a:gd name="connsiteY112" fmla="*/ 1304757 h 3193741"/>
              <a:gd name="connsiteX113" fmla="*/ 655702 w 5470628"/>
              <a:gd name="connsiteY113" fmla="*/ 1291801 h 3193741"/>
              <a:gd name="connsiteX114" fmla="*/ 648299 w 5470628"/>
              <a:gd name="connsiteY114" fmla="*/ 1287715 h 3193741"/>
              <a:gd name="connsiteX115" fmla="*/ 531027 w 5470628"/>
              <a:gd name="connsiteY115" fmla="*/ 1193967 h 3193741"/>
              <a:gd name="connsiteX116" fmla="*/ 526433 w 5470628"/>
              <a:gd name="connsiteY116" fmla="*/ 1191913 h 3193741"/>
              <a:gd name="connsiteX117" fmla="*/ 504666 w 5470628"/>
              <a:gd name="connsiteY117" fmla="*/ 1177230 h 3193741"/>
              <a:gd name="connsiteX118" fmla="*/ 482307 w 5470628"/>
              <a:gd name="connsiteY118" fmla="*/ 1162618 h 3193741"/>
              <a:gd name="connsiteX119" fmla="*/ 479029 w 5470628"/>
              <a:gd name="connsiteY119" fmla="*/ 1162540 h 3193741"/>
              <a:gd name="connsiteX120" fmla="*/ 447663 w 5470628"/>
              <a:gd name="connsiteY120" fmla="*/ 1132649 h 3193741"/>
              <a:gd name="connsiteX121" fmla="*/ 438547 w 5470628"/>
              <a:gd name="connsiteY121" fmla="*/ 1110977 h 3193741"/>
              <a:gd name="connsiteX122" fmla="*/ 405343 w 5470628"/>
              <a:gd name="connsiteY122" fmla="*/ 1089612 h 3193741"/>
              <a:gd name="connsiteX123" fmla="*/ 371373 w 5470628"/>
              <a:gd name="connsiteY123" fmla="*/ 1070238 h 3193741"/>
              <a:gd name="connsiteX124" fmla="*/ 290358 w 5470628"/>
              <a:gd name="connsiteY124" fmla="*/ 1059884 h 3193741"/>
              <a:gd name="connsiteX125" fmla="*/ 235140 w 5470628"/>
              <a:gd name="connsiteY125" fmla="*/ 1029322 h 3193741"/>
              <a:gd name="connsiteX126" fmla="*/ 300494 w 5470628"/>
              <a:gd name="connsiteY126" fmla="*/ 1032083 h 3193741"/>
              <a:gd name="connsiteX127" fmla="*/ 239661 w 5470628"/>
              <a:gd name="connsiteY127" fmla="*/ 997457 h 3193741"/>
              <a:gd name="connsiteX128" fmla="*/ 204788 w 5470628"/>
              <a:gd name="connsiteY128" fmla="*/ 959211 h 3193741"/>
              <a:gd name="connsiteX129" fmla="*/ 207583 w 5470628"/>
              <a:gd name="connsiteY129" fmla="*/ 947009 h 3193741"/>
              <a:gd name="connsiteX130" fmla="*/ 223061 w 5470628"/>
              <a:gd name="connsiteY130" fmla="*/ 947033 h 3193741"/>
              <a:gd name="connsiteX131" fmla="*/ 280015 w 5470628"/>
              <a:gd name="connsiteY131" fmla="*/ 972164 h 3193741"/>
              <a:gd name="connsiteX132" fmla="*/ 353948 w 5470628"/>
              <a:gd name="connsiteY132" fmla="*/ 1006865 h 3193741"/>
              <a:gd name="connsiteX133" fmla="*/ 240466 w 5470628"/>
              <a:gd name="connsiteY133" fmla="*/ 939943 h 3193741"/>
              <a:gd name="connsiteX134" fmla="*/ 158812 w 5470628"/>
              <a:gd name="connsiteY134" fmla="*/ 891467 h 3193741"/>
              <a:gd name="connsiteX135" fmla="*/ 139551 w 5470628"/>
              <a:gd name="connsiteY135" fmla="*/ 855364 h 3193741"/>
              <a:gd name="connsiteX136" fmla="*/ 145731 w 5470628"/>
              <a:gd name="connsiteY136" fmla="*/ 844888 h 3193741"/>
              <a:gd name="connsiteX137" fmla="*/ 158154 w 5470628"/>
              <a:gd name="connsiteY137" fmla="*/ 848366 h 3193741"/>
              <a:gd name="connsiteX138" fmla="*/ 169370 w 5470628"/>
              <a:gd name="connsiteY138" fmla="*/ 856260 h 3193741"/>
              <a:gd name="connsiteX139" fmla="*/ 288295 w 5470628"/>
              <a:gd name="connsiteY139" fmla="*/ 915169 h 3193741"/>
              <a:gd name="connsiteX140" fmla="*/ 462694 w 5470628"/>
              <a:gd name="connsiteY140" fmla="*/ 994643 h 3193741"/>
              <a:gd name="connsiteX141" fmla="*/ 531910 w 5470628"/>
              <a:gd name="connsiteY141" fmla="*/ 1006664 h 3193741"/>
              <a:gd name="connsiteX142" fmla="*/ 333940 w 5470628"/>
              <a:gd name="connsiteY142" fmla="*/ 893507 h 3193741"/>
              <a:gd name="connsiteX143" fmla="*/ 181443 w 5470628"/>
              <a:gd name="connsiteY143" fmla="*/ 746608 h 3193741"/>
              <a:gd name="connsiteX144" fmla="*/ 162678 w 5470628"/>
              <a:gd name="connsiteY144" fmla="*/ 737018 h 3193741"/>
              <a:gd name="connsiteX145" fmla="*/ 156307 w 5470628"/>
              <a:gd name="connsiteY145" fmla="*/ 730435 h 3193741"/>
              <a:gd name="connsiteX146" fmla="*/ 117227 w 5470628"/>
              <a:gd name="connsiteY146" fmla="*/ 677515 h 3193741"/>
              <a:gd name="connsiteX147" fmla="*/ 113655 w 5470628"/>
              <a:gd name="connsiteY147" fmla="*/ 663474 h 3193741"/>
              <a:gd name="connsiteX148" fmla="*/ 115226 w 5470628"/>
              <a:gd name="connsiteY148" fmla="*/ 636712 h 3193741"/>
              <a:gd name="connsiteX149" fmla="*/ 105067 w 5470628"/>
              <a:gd name="connsiteY149" fmla="*/ 622046 h 3193741"/>
              <a:gd name="connsiteX150" fmla="*/ 104113 w 5470628"/>
              <a:gd name="connsiteY150" fmla="*/ 611722 h 3193741"/>
              <a:gd name="connsiteX151" fmla="*/ 118895 w 5470628"/>
              <a:gd name="connsiteY151" fmla="*/ 610169 h 3193741"/>
              <a:gd name="connsiteX152" fmla="*/ 163095 w 5470628"/>
              <a:gd name="connsiteY152" fmla="*/ 640642 h 3193741"/>
              <a:gd name="connsiteX153" fmla="*/ 185766 w 5470628"/>
              <a:gd name="connsiteY153" fmla="*/ 641454 h 3193741"/>
              <a:gd name="connsiteX154" fmla="*/ 212892 w 5470628"/>
              <a:gd name="connsiteY154" fmla="*/ 637457 h 3193741"/>
              <a:gd name="connsiteX155" fmla="*/ 223932 w 5470628"/>
              <a:gd name="connsiteY155" fmla="*/ 647271 h 3193741"/>
              <a:gd name="connsiteX156" fmla="*/ 287167 w 5470628"/>
              <a:gd name="connsiteY156" fmla="*/ 691571 h 3193741"/>
              <a:gd name="connsiteX157" fmla="*/ 330380 w 5470628"/>
              <a:gd name="connsiteY157" fmla="*/ 692506 h 3193741"/>
              <a:gd name="connsiteX158" fmla="*/ 296172 w 5470628"/>
              <a:gd name="connsiteY158" fmla="*/ 688108 h 3193741"/>
              <a:gd name="connsiteX159" fmla="*/ 286974 w 5470628"/>
              <a:gd name="connsiteY159" fmla="*/ 674512 h 3193741"/>
              <a:gd name="connsiteX160" fmla="*/ 286166 w 5470628"/>
              <a:gd name="connsiteY160" fmla="*/ 661798 h 3193741"/>
              <a:gd name="connsiteX161" fmla="*/ 236268 w 5470628"/>
              <a:gd name="connsiteY161" fmla="*/ 635338 h 3193741"/>
              <a:gd name="connsiteX162" fmla="*/ 231734 w 5470628"/>
              <a:gd name="connsiteY162" fmla="*/ 634225 h 3193741"/>
              <a:gd name="connsiteX163" fmla="*/ 221253 w 5470628"/>
              <a:gd name="connsiteY163" fmla="*/ 623870 h 3193741"/>
              <a:gd name="connsiteX164" fmla="*/ 237564 w 5470628"/>
              <a:gd name="connsiteY164" fmla="*/ 613590 h 3193741"/>
              <a:gd name="connsiteX165" fmla="*/ 282259 w 5470628"/>
              <a:gd name="connsiteY165" fmla="*/ 619091 h 3193741"/>
              <a:gd name="connsiteX166" fmla="*/ 370630 w 5470628"/>
              <a:gd name="connsiteY166" fmla="*/ 665566 h 3193741"/>
              <a:gd name="connsiteX167" fmla="*/ 498017 w 5470628"/>
              <a:gd name="connsiteY167" fmla="*/ 740532 h 3193741"/>
              <a:gd name="connsiteX168" fmla="*/ 918036 w 5470628"/>
              <a:gd name="connsiteY168" fmla="*/ 924307 h 3193741"/>
              <a:gd name="connsiteX169" fmla="*/ 1079304 w 5470628"/>
              <a:gd name="connsiteY169" fmla="*/ 984494 h 3193741"/>
              <a:gd name="connsiteX170" fmla="*/ 1079935 w 5470628"/>
              <a:gd name="connsiteY170" fmla="*/ 980383 h 3193741"/>
              <a:gd name="connsiteX171" fmla="*/ 1079695 w 5470628"/>
              <a:gd name="connsiteY171" fmla="*/ 976616 h 3193741"/>
              <a:gd name="connsiteX172" fmla="*/ 966178 w 5470628"/>
              <a:gd name="connsiteY172" fmla="*/ 937219 h 3193741"/>
              <a:gd name="connsiteX173" fmla="*/ 720106 w 5470628"/>
              <a:gd name="connsiteY173" fmla="*/ 807112 h 3193741"/>
              <a:gd name="connsiteX174" fmla="*/ 698823 w 5470628"/>
              <a:gd name="connsiteY174" fmla="*/ 804708 h 3193741"/>
              <a:gd name="connsiteX175" fmla="*/ 664513 w 5470628"/>
              <a:gd name="connsiteY175" fmla="*/ 784663 h 3193741"/>
              <a:gd name="connsiteX176" fmla="*/ 660380 w 5470628"/>
              <a:gd name="connsiteY176" fmla="*/ 771165 h 3193741"/>
              <a:gd name="connsiteX177" fmla="*/ 584959 w 5470628"/>
              <a:gd name="connsiteY177" fmla="*/ 722409 h 3193741"/>
              <a:gd name="connsiteX178" fmla="*/ 435649 w 5470628"/>
              <a:gd name="connsiteY178" fmla="*/ 639659 h 3193741"/>
              <a:gd name="connsiteX179" fmla="*/ 404944 w 5470628"/>
              <a:gd name="connsiteY179" fmla="*/ 606128 h 3193741"/>
              <a:gd name="connsiteX180" fmla="*/ 408476 w 5470628"/>
              <a:gd name="connsiteY180" fmla="*/ 591466 h 3193741"/>
              <a:gd name="connsiteX181" fmla="*/ 425225 w 5470628"/>
              <a:gd name="connsiteY181" fmla="*/ 592759 h 3193741"/>
              <a:gd name="connsiteX182" fmla="*/ 487115 w 5470628"/>
              <a:gd name="connsiteY182" fmla="*/ 620614 h 3193741"/>
              <a:gd name="connsiteX183" fmla="*/ 550277 w 5470628"/>
              <a:gd name="connsiteY183" fmla="*/ 649738 h 3193741"/>
              <a:gd name="connsiteX184" fmla="*/ 544421 w 5470628"/>
              <a:gd name="connsiteY184" fmla="*/ 641907 h 3193741"/>
              <a:gd name="connsiteX185" fmla="*/ 431905 w 5470628"/>
              <a:gd name="connsiteY185" fmla="*/ 580799 h 3193741"/>
              <a:gd name="connsiteX186" fmla="*/ 351177 w 5470628"/>
              <a:gd name="connsiteY186" fmla="*/ 528177 h 3193741"/>
              <a:gd name="connsiteX187" fmla="*/ 339749 w 5470628"/>
              <a:gd name="connsiteY187" fmla="*/ 498244 h 3193741"/>
              <a:gd name="connsiteX188" fmla="*/ 346313 w 5470628"/>
              <a:gd name="connsiteY188" fmla="*/ 489145 h 3193741"/>
              <a:gd name="connsiteX189" fmla="*/ 356579 w 5470628"/>
              <a:gd name="connsiteY189" fmla="*/ 491460 h 3193741"/>
              <a:gd name="connsiteX190" fmla="*/ 371505 w 5470628"/>
              <a:gd name="connsiteY190" fmla="*/ 501516 h 3193741"/>
              <a:gd name="connsiteX191" fmla="*/ 476275 w 5470628"/>
              <a:gd name="connsiteY191" fmla="*/ 553122 h 3193741"/>
              <a:gd name="connsiteX192" fmla="*/ 649952 w 5470628"/>
              <a:gd name="connsiteY192" fmla="*/ 635294 h 3193741"/>
              <a:gd name="connsiteX193" fmla="*/ 727161 w 5470628"/>
              <a:gd name="connsiteY193" fmla="*/ 651328 h 3193741"/>
              <a:gd name="connsiteX194" fmla="*/ 722417 w 5470628"/>
              <a:gd name="connsiteY194" fmla="*/ 646921 h 3193741"/>
              <a:gd name="connsiteX195" fmla="*/ 546079 w 5470628"/>
              <a:gd name="connsiteY195" fmla="*/ 546328 h 3193741"/>
              <a:gd name="connsiteX196" fmla="*/ 378182 w 5470628"/>
              <a:gd name="connsiteY196" fmla="*/ 386585 h 3193741"/>
              <a:gd name="connsiteX197" fmla="*/ 370158 w 5470628"/>
              <a:gd name="connsiteY197" fmla="*/ 382100 h 3193741"/>
              <a:gd name="connsiteX198" fmla="*/ 357861 w 5470628"/>
              <a:gd name="connsiteY198" fmla="*/ 371252 h 3193741"/>
              <a:gd name="connsiteX199" fmla="*/ 331313 w 5470628"/>
              <a:gd name="connsiteY199" fmla="*/ 328203 h 3193741"/>
              <a:gd name="connsiteX200" fmla="*/ 319354 w 5470628"/>
              <a:gd name="connsiteY200" fmla="*/ 299282 h 3193741"/>
              <a:gd name="connsiteX201" fmla="*/ 319682 w 5470628"/>
              <a:gd name="connsiteY201" fmla="*/ 285719 h 3193741"/>
              <a:gd name="connsiteX202" fmla="*/ 306391 w 5470628"/>
              <a:gd name="connsiteY202" fmla="*/ 268585 h 3193741"/>
              <a:gd name="connsiteX203" fmla="*/ 303294 w 5470628"/>
              <a:gd name="connsiteY203" fmla="*/ 257334 h 3193741"/>
              <a:gd name="connsiteX204" fmla="*/ 319242 w 5470628"/>
              <a:gd name="connsiteY204" fmla="*/ 255403 h 3193741"/>
              <a:gd name="connsiteX205" fmla="*/ 364093 w 5470628"/>
              <a:gd name="connsiteY205" fmla="*/ 286745 h 3193741"/>
              <a:gd name="connsiteX206" fmla="*/ 385301 w 5470628"/>
              <a:gd name="connsiteY206" fmla="*/ 287973 h 3193741"/>
              <a:gd name="connsiteX207" fmla="*/ 417598 w 5470628"/>
              <a:gd name="connsiteY207" fmla="*/ 285722 h 3193741"/>
              <a:gd name="connsiteX208" fmla="*/ 440155 w 5470628"/>
              <a:gd name="connsiteY208" fmla="*/ 308139 h 3193741"/>
              <a:gd name="connsiteX209" fmla="*/ 534406 w 5470628"/>
              <a:gd name="connsiteY209" fmla="*/ 339430 h 3193741"/>
              <a:gd name="connsiteX210" fmla="*/ 495633 w 5470628"/>
              <a:gd name="connsiteY210" fmla="*/ 333450 h 3193741"/>
              <a:gd name="connsiteX211" fmla="*/ 486289 w 5470628"/>
              <a:gd name="connsiteY211" fmla="*/ 322243 h 3193741"/>
              <a:gd name="connsiteX212" fmla="*/ 484000 w 5470628"/>
              <a:gd name="connsiteY212" fmla="*/ 304964 h 3193741"/>
              <a:gd name="connsiteX213" fmla="*/ 436911 w 5470628"/>
              <a:gd name="connsiteY213" fmla="*/ 280536 h 3193741"/>
              <a:gd name="connsiteX214" fmla="*/ 426865 w 5470628"/>
              <a:gd name="connsiteY214" fmla="*/ 277007 h 3193741"/>
              <a:gd name="connsiteX215" fmla="*/ 420654 w 5470628"/>
              <a:gd name="connsiteY215" fmla="*/ 268269 h 3193741"/>
              <a:gd name="connsiteX216" fmla="*/ 432329 w 5470628"/>
              <a:gd name="connsiteY216" fmla="*/ 259975 h 3193741"/>
              <a:gd name="connsiteX217" fmla="*/ 447672 w 5470628"/>
              <a:gd name="connsiteY217" fmla="*/ 257879 h 3193741"/>
              <a:gd name="connsiteX218" fmla="*/ 502242 w 5470628"/>
              <a:gd name="connsiteY218" fmla="*/ 273572 h 3193741"/>
              <a:gd name="connsiteX219" fmla="*/ 659874 w 5470628"/>
              <a:gd name="connsiteY219" fmla="*/ 365516 h 3193741"/>
              <a:gd name="connsiteX220" fmla="*/ 829177 w 5470628"/>
              <a:gd name="connsiteY220" fmla="*/ 444421 h 3193741"/>
              <a:gd name="connsiteX221" fmla="*/ 1231903 w 5470628"/>
              <a:gd name="connsiteY221" fmla="*/ 613682 h 3193741"/>
              <a:gd name="connsiteX222" fmla="*/ 1911736 w 5470628"/>
              <a:gd name="connsiteY222" fmla="*/ 685084 h 3193741"/>
              <a:gd name="connsiteX223" fmla="*/ 2564313 w 5470628"/>
              <a:gd name="connsiteY223" fmla="*/ 632143 h 3193741"/>
              <a:gd name="connsiteX224" fmla="*/ 2657304 w 5470628"/>
              <a:gd name="connsiteY224" fmla="*/ 624913 h 3193741"/>
              <a:gd name="connsiteX225" fmla="*/ 4235818 w 5470628"/>
              <a:gd name="connsiteY225" fmla="*/ 259339 h 3193741"/>
              <a:gd name="connsiteX226" fmla="*/ 4460331 w 5470628"/>
              <a:gd name="connsiteY226" fmla="*/ 176864 h 3193741"/>
              <a:gd name="connsiteX227" fmla="*/ 4499578 w 5470628"/>
              <a:gd name="connsiteY227" fmla="*/ 186791 h 3193741"/>
              <a:gd name="connsiteX228" fmla="*/ 4514640 w 5470628"/>
              <a:gd name="connsiteY228" fmla="*/ 188841 h 3193741"/>
              <a:gd name="connsiteX229" fmla="*/ 4516523 w 5470628"/>
              <a:gd name="connsiteY229" fmla="*/ 189988 h 3193741"/>
              <a:gd name="connsiteX230" fmla="*/ 4518126 w 5470628"/>
              <a:gd name="connsiteY230" fmla="*/ 189316 h 3193741"/>
              <a:gd name="connsiteX231" fmla="*/ 4514640 w 5470628"/>
              <a:gd name="connsiteY231" fmla="*/ 188841 h 3193741"/>
              <a:gd name="connsiteX232" fmla="*/ 4511569 w 5470628"/>
              <a:gd name="connsiteY232" fmla="*/ 186970 h 3193741"/>
              <a:gd name="connsiteX233" fmla="*/ 4510888 w 5470628"/>
              <a:gd name="connsiteY233" fmla="*/ 180943 h 3193741"/>
              <a:gd name="connsiteX234" fmla="*/ 4531865 w 5470628"/>
              <a:gd name="connsiteY234" fmla="*/ 155151 h 3193741"/>
              <a:gd name="connsiteX235" fmla="*/ 4573441 w 5470628"/>
              <a:gd name="connsiteY235" fmla="*/ 139676 h 3193741"/>
              <a:gd name="connsiteX236" fmla="*/ 4594964 w 5470628"/>
              <a:gd name="connsiteY236" fmla="*/ 145847 h 3193741"/>
              <a:gd name="connsiteX237" fmla="*/ 4623059 w 5470628"/>
              <a:gd name="connsiteY237" fmla="*/ 152410 h 3193741"/>
              <a:gd name="connsiteX238" fmla="*/ 4748356 w 5470628"/>
              <a:gd name="connsiteY238" fmla="*/ 68192 h 3193741"/>
              <a:gd name="connsiteX239" fmla="*/ 4833812 w 5470628"/>
              <a:gd name="connsiteY239" fmla="*/ 8017 h 3193741"/>
              <a:gd name="connsiteX240" fmla="*/ 4850908 w 5470628"/>
              <a:gd name="connsiteY240" fmla="*/ 727 h 31937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</a:cxnLst>
            <a:rect l="l" t="t" r="r" b="b"/>
            <a:pathLst>
              <a:path w="5470628" h="3193741">
                <a:moveTo>
                  <a:pt x="5462602" y="1413608"/>
                </a:moveTo>
                <a:lnTo>
                  <a:pt x="5465724" y="1421881"/>
                </a:lnTo>
                <a:cubicBezTo>
                  <a:pt x="5472118" y="1444281"/>
                  <a:pt x="5472640" y="1461744"/>
                  <a:pt x="5465025" y="1466556"/>
                </a:cubicBezTo>
                <a:lnTo>
                  <a:pt x="5463208" y="1466226"/>
                </a:lnTo>
                <a:lnTo>
                  <a:pt x="5463242" y="1451866"/>
                </a:lnTo>
                <a:cubicBezTo>
                  <a:pt x="5463190" y="1441487"/>
                  <a:pt x="5463068" y="1431722"/>
                  <a:pt x="5462894" y="1423194"/>
                </a:cubicBezTo>
                <a:close/>
                <a:moveTo>
                  <a:pt x="5461417" y="1391849"/>
                </a:moveTo>
                <a:cubicBezTo>
                  <a:pt x="5461710" y="1392940"/>
                  <a:pt x="5461992" y="1396513"/>
                  <a:pt x="5462246" y="1401944"/>
                </a:cubicBezTo>
                <a:lnTo>
                  <a:pt x="5462602" y="1413608"/>
                </a:lnTo>
                <a:lnTo>
                  <a:pt x="5459078" y="1404268"/>
                </a:lnTo>
                <a:lnTo>
                  <a:pt x="5460137" y="1393780"/>
                </a:lnTo>
                <a:cubicBezTo>
                  <a:pt x="5460561" y="1391114"/>
                  <a:pt x="5460982" y="1390270"/>
                  <a:pt x="5461417" y="1391849"/>
                </a:cubicBezTo>
                <a:close/>
                <a:moveTo>
                  <a:pt x="614271" y="1052206"/>
                </a:moveTo>
                <a:cubicBezTo>
                  <a:pt x="613444" y="1053256"/>
                  <a:pt x="612323" y="1054339"/>
                  <a:pt x="611497" y="1055389"/>
                </a:cubicBezTo>
                <a:cubicBezTo>
                  <a:pt x="617673" y="1058912"/>
                  <a:pt x="624115" y="1061928"/>
                  <a:pt x="630277" y="1065215"/>
                </a:cubicBezTo>
                <a:cubicBezTo>
                  <a:pt x="637469" y="1066004"/>
                  <a:pt x="644958" y="1066759"/>
                  <a:pt x="651856" y="1067584"/>
                </a:cubicBezTo>
                <a:cubicBezTo>
                  <a:pt x="639327" y="1062458"/>
                  <a:pt x="626799" y="1057332"/>
                  <a:pt x="614271" y="1052206"/>
                </a:cubicBezTo>
                <a:close/>
                <a:moveTo>
                  <a:pt x="810628" y="695550"/>
                </a:moveTo>
                <a:cubicBezTo>
                  <a:pt x="873537" y="739416"/>
                  <a:pt x="951215" y="767494"/>
                  <a:pt x="1033084" y="791270"/>
                </a:cubicBezTo>
                <a:cubicBezTo>
                  <a:pt x="1034205" y="790184"/>
                  <a:pt x="1035031" y="789136"/>
                  <a:pt x="1036153" y="788050"/>
                </a:cubicBezTo>
                <a:cubicBezTo>
                  <a:pt x="960983" y="757296"/>
                  <a:pt x="885798" y="726306"/>
                  <a:pt x="810628" y="695550"/>
                </a:cubicBezTo>
                <a:close/>
                <a:moveTo>
                  <a:pt x="4850908" y="727"/>
                </a:moveTo>
                <a:cubicBezTo>
                  <a:pt x="4858191" y="2929"/>
                  <a:pt x="4860543" y="7152"/>
                  <a:pt x="4858584" y="13795"/>
                </a:cubicBezTo>
                <a:cubicBezTo>
                  <a:pt x="4855845" y="22194"/>
                  <a:pt x="4850092" y="30008"/>
                  <a:pt x="4843408" y="37224"/>
                </a:cubicBezTo>
                <a:cubicBezTo>
                  <a:pt x="4812232" y="71132"/>
                  <a:pt x="4827067" y="79774"/>
                  <a:pt x="4871062" y="78954"/>
                </a:cubicBezTo>
                <a:cubicBezTo>
                  <a:pt x="4910302" y="78234"/>
                  <a:pt x="4949507" y="72299"/>
                  <a:pt x="4989038" y="66799"/>
                </a:cubicBezTo>
                <a:cubicBezTo>
                  <a:pt x="5008500" y="63967"/>
                  <a:pt x="5009491" y="65509"/>
                  <a:pt x="5002636" y="79388"/>
                </a:cubicBezTo>
                <a:cubicBezTo>
                  <a:pt x="4991594" y="102315"/>
                  <a:pt x="4990844" y="123285"/>
                  <a:pt x="5008332" y="140859"/>
                </a:cubicBezTo>
                <a:cubicBezTo>
                  <a:pt x="5012456" y="144868"/>
                  <a:pt x="5015428" y="149491"/>
                  <a:pt x="5014326" y="155555"/>
                </a:cubicBezTo>
                <a:cubicBezTo>
                  <a:pt x="5009356" y="180357"/>
                  <a:pt x="5019874" y="200674"/>
                  <a:pt x="5030704" y="221190"/>
                </a:cubicBezTo>
                <a:cubicBezTo>
                  <a:pt x="5048958" y="255517"/>
                  <a:pt x="5072099" y="287116"/>
                  <a:pt x="5097262" y="317759"/>
                </a:cubicBezTo>
                <a:cubicBezTo>
                  <a:pt x="5115004" y="339336"/>
                  <a:pt x="5126222" y="365974"/>
                  <a:pt x="5165084" y="373367"/>
                </a:cubicBezTo>
                <a:cubicBezTo>
                  <a:pt x="5174420" y="375083"/>
                  <a:pt x="5177498" y="381353"/>
                  <a:pt x="5174137" y="389353"/>
                </a:cubicBezTo>
                <a:cubicBezTo>
                  <a:pt x="5163026" y="415847"/>
                  <a:pt x="5172067" y="436343"/>
                  <a:pt x="5192507" y="453561"/>
                </a:cubicBezTo>
                <a:cubicBezTo>
                  <a:pt x="5199734" y="459565"/>
                  <a:pt x="5197020" y="463690"/>
                  <a:pt x="5187160" y="467732"/>
                </a:cubicBezTo>
                <a:cubicBezTo>
                  <a:pt x="5175836" y="472188"/>
                  <a:pt x="5167025" y="478711"/>
                  <a:pt x="5160106" y="486904"/>
                </a:cubicBezTo>
                <a:cubicBezTo>
                  <a:pt x="5148744" y="500143"/>
                  <a:pt x="5143396" y="514315"/>
                  <a:pt x="5138948" y="528614"/>
                </a:cubicBezTo>
                <a:cubicBezTo>
                  <a:pt x="5132042" y="551041"/>
                  <a:pt x="5123894" y="572670"/>
                  <a:pt x="5097016" y="589923"/>
                </a:cubicBezTo>
                <a:cubicBezTo>
                  <a:pt x="5089016" y="595163"/>
                  <a:pt x="5082598" y="601872"/>
                  <a:pt x="5075869" y="608381"/>
                </a:cubicBezTo>
                <a:cubicBezTo>
                  <a:pt x="5078016" y="614052"/>
                  <a:pt x="5083322" y="617918"/>
                  <a:pt x="5093172" y="618385"/>
                </a:cubicBezTo>
                <a:cubicBezTo>
                  <a:pt x="5155867" y="621469"/>
                  <a:pt x="5153088" y="652648"/>
                  <a:pt x="5153518" y="687474"/>
                </a:cubicBezTo>
                <a:cubicBezTo>
                  <a:pt x="5154177" y="730575"/>
                  <a:pt x="5118812" y="754787"/>
                  <a:pt x="5074984" y="776941"/>
                </a:cubicBezTo>
                <a:cubicBezTo>
                  <a:pt x="5059986" y="784451"/>
                  <a:pt x="5038116" y="786863"/>
                  <a:pt x="5033348" y="805473"/>
                </a:cubicBezTo>
                <a:cubicBezTo>
                  <a:pt x="5059529" y="819384"/>
                  <a:pt x="5089376" y="802009"/>
                  <a:pt x="5116847" y="803426"/>
                </a:cubicBezTo>
                <a:cubicBezTo>
                  <a:pt x="5139548" y="804709"/>
                  <a:pt x="5176330" y="798120"/>
                  <a:pt x="5147902" y="833118"/>
                </a:cubicBezTo>
                <a:cubicBezTo>
                  <a:pt x="5139626" y="843373"/>
                  <a:pt x="5150382" y="848714"/>
                  <a:pt x="5161665" y="848297"/>
                </a:cubicBezTo>
                <a:cubicBezTo>
                  <a:pt x="5253064" y="844106"/>
                  <a:pt x="5215170" y="912756"/>
                  <a:pt x="5246520" y="942412"/>
                </a:cubicBezTo>
                <a:cubicBezTo>
                  <a:pt x="5255359" y="950358"/>
                  <a:pt x="5247812" y="967405"/>
                  <a:pt x="5235368" y="972946"/>
                </a:cubicBezTo>
                <a:cubicBezTo>
                  <a:pt x="5156387" y="1008610"/>
                  <a:pt x="5149354" y="1071149"/>
                  <a:pt x="5113739" y="1128845"/>
                </a:cubicBezTo>
                <a:cubicBezTo>
                  <a:pt x="5157305" y="1144685"/>
                  <a:pt x="5208388" y="1143005"/>
                  <a:pt x="5255034" y="1151117"/>
                </a:cubicBezTo>
                <a:cubicBezTo>
                  <a:pt x="5303482" y="1159484"/>
                  <a:pt x="5304156" y="1170079"/>
                  <a:pt x="5267513" y="1216275"/>
                </a:cubicBezTo>
                <a:cubicBezTo>
                  <a:pt x="5370269" y="1212844"/>
                  <a:pt x="5370269" y="1212844"/>
                  <a:pt x="5343113" y="1281854"/>
                </a:cubicBezTo>
                <a:cubicBezTo>
                  <a:pt x="5386272" y="1279593"/>
                  <a:pt x="5428618" y="1334726"/>
                  <a:pt x="5452014" y="1385543"/>
                </a:cubicBezTo>
                <a:lnTo>
                  <a:pt x="5459078" y="1404268"/>
                </a:lnTo>
                <a:lnTo>
                  <a:pt x="5458838" y="1406644"/>
                </a:lnTo>
                <a:cubicBezTo>
                  <a:pt x="5457942" y="1418063"/>
                  <a:pt x="5456960" y="1434367"/>
                  <a:pt x="5455752" y="1450751"/>
                </a:cubicBezTo>
                <a:lnTo>
                  <a:pt x="5454594" y="1464662"/>
                </a:lnTo>
                <a:lnTo>
                  <a:pt x="5447215" y="1463321"/>
                </a:lnTo>
                <a:cubicBezTo>
                  <a:pt x="5441256" y="1459714"/>
                  <a:pt x="5437002" y="1458345"/>
                  <a:pt x="5433934" y="1458428"/>
                </a:cubicBezTo>
                <a:cubicBezTo>
                  <a:pt x="5424728" y="1458676"/>
                  <a:pt x="5426188" y="1471978"/>
                  <a:pt x="5424276" y="1477014"/>
                </a:cubicBezTo>
                <a:cubicBezTo>
                  <a:pt x="5417851" y="1492977"/>
                  <a:pt x="5433852" y="1501241"/>
                  <a:pt x="5444628" y="1511562"/>
                </a:cubicBezTo>
                <a:cubicBezTo>
                  <a:pt x="5448663" y="1515344"/>
                  <a:pt x="5451544" y="1497678"/>
                  <a:pt x="5453752" y="1474786"/>
                </a:cubicBezTo>
                <a:lnTo>
                  <a:pt x="5454594" y="1464662"/>
                </a:lnTo>
                <a:lnTo>
                  <a:pt x="5463208" y="1466226"/>
                </a:lnTo>
                <a:lnTo>
                  <a:pt x="5463164" y="1484226"/>
                </a:lnTo>
                <a:cubicBezTo>
                  <a:pt x="5462722" y="1528173"/>
                  <a:pt x="5460824" y="1571999"/>
                  <a:pt x="5456160" y="1575885"/>
                </a:cubicBezTo>
                <a:cubicBezTo>
                  <a:pt x="5406708" y="1617226"/>
                  <a:pt x="5442751" y="1692579"/>
                  <a:pt x="5345636" y="1714543"/>
                </a:cubicBezTo>
                <a:cubicBezTo>
                  <a:pt x="5301930" y="1724583"/>
                  <a:pt x="5282493" y="1755882"/>
                  <a:pt x="5251319" y="1775792"/>
                </a:cubicBezTo>
                <a:cubicBezTo>
                  <a:pt x="5142610" y="1844714"/>
                  <a:pt x="5072132" y="1925140"/>
                  <a:pt x="5043512" y="2027305"/>
                </a:cubicBezTo>
                <a:cubicBezTo>
                  <a:pt x="5035488" y="2055562"/>
                  <a:pt x="5000258" y="2081893"/>
                  <a:pt x="4978144" y="2108535"/>
                </a:cubicBezTo>
                <a:cubicBezTo>
                  <a:pt x="4990785" y="2124798"/>
                  <a:pt x="5050411" y="2079615"/>
                  <a:pt x="5031476" y="2128173"/>
                </a:cubicBezTo>
                <a:cubicBezTo>
                  <a:pt x="5017138" y="2164787"/>
                  <a:pt x="4975973" y="2191363"/>
                  <a:pt x="4937389" y="2216441"/>
                </a:cubicBezTo>
                <a:cubicBezTo>
                  <a:pt x="4893079" y="2245058"/>
                  <a:pt x="4843760" y="2269776"/>
                  <a:pt x="4826122" y="2315331"/>
                </a:cubicBezTo>
                <a:cubicBezTo>
                  <a:pt x="4822276" y="2325050"/>
                  <a:pt x="3896510" y="3112888"/>
                  <a:pt x="2544647" y="3190975"/>
                </a:cubicBezTo>
                <a:cubicBezTo>
                  <a:pt x="2323734" y="3203734"/>
                  <a:pt x="1445947" y="3169121"/>
                  <a:pt x="1328257" y="3153006"/>
                </a:cubicBezTo>
                <a:cubicBezTo>
                  <a:pt x="1207258" y="3136344"/>
                  <a:pt x="1101756" y="3091943"/>
                  <a:pt x="977943" y="3082502"/>
                </a:cubicBezTo>
                <a:cubicBezTo>
                  <a:pt x="912454" y="3077622"/>
                  <a:pt x="848655" y="3061861"/>
                  <a:pt x="854473" y="2994250"/>
                </a:cubicBezTo>
                <a:cubicBezTo>
                  <a:pt x="856228" y="2975057"/>
                  <a:pt x="838125" y="2961827"/>
                  <a:pt x="811593" y="2970498"/>
                </a:cubicBezTo>
                <a:cubicBezTo>
                  <a:pt x="761454" y="2987010"/>
                  <a:pt x="736680" y="2962489"/>
                  <a:pt x="707024" y="2945439"/>
                </a:cubicBezTo>
                <a:cubicBezTo>
                  <a:pt x="654509" y="2915262"/>
                  <a:pt x="603913" y="2882480"/>
                  <a:pt x="523487" y="2886053"/>
                </a:cubicBezTo>
                <a:cubicBezTo>
                  <a:pt x="537017" y="2855468"/>
                  <a:pt x="563587" y="2856758"/>
                  <a:pt x="587884" y="2859746"/>
                </a:cubicBezTo>
                <a:cubicBezTo>
                  <a:pt x="652090" y="2867866"/>
                  <a:pt x="715235" y="2878012"/>
                  <a:pt x="779426" y="2885897"/>
                </a:cubicBezTo>
                <a:cubicBezTo>
                  <a:pt x="821123" y="2891048"/>
                  <a:pt x="863074" y="2900202"/>
                  <a:pt x="917288" y="2882248"/>
                </a:cubicBezTo>
                <a:cubicBezTo>
                  <a:pt x="866364" y="2830288"/>
                  <a:pt x="785092" y="2829930"/>
                  <a:pt x="718684" y="2819941"/>
                </a:cubicBezTo>
                <a:cubicBezTo>
                  <a:pt x="635747" y="2807447"/>
                  <a:pt x="584925" y="2771133"/>
                  <a:pt x="524650" y="2731220"/>
                </a:cubicBezTo>
                <a:cubicBezTo>
                  <a:pt x="584180" y="2712621"/>
                  <a:pt x="623299" y="2742760"/>
                  <a:pt x="670138" y="2735189"/>
                </a:cubicBezTo>
                <a:cubicBezTo>
                  <a:pt x="672406" y="2728745"/>
                  <a:pt x="675988" y="2719532"/>
                  <a:pt x="675382" y="2719369"/>
                </a:cubicBezTo>
                <a:cubicBezTo>
                  <a:pt x="596666" y="2703042"/>
                  <a:pt x="557844" y="2658869"/>
                  <a:pt x="542021" y="2601946"/>
                </a:cubicBezTo>
                <a:cubicBezTo>
                  <a:pt x="533902" y="2572560"/>
                  <a:pt x="505246" y="2566541"/>
                  <a:pt x="476895" y="2555976"/>
                </a:cubicBezTo>
                <a:cubicBezTo>
                  <a:pt x="377189" y="2518466"/>
                  <a:pt x="272496" y="2486779"/>
                  <a:pt x="188751" y="2428830"/>
                </a:cubicBezTo>
                <a:cubicBezTo>
                  <a:pt x="280875" y="2426687"/>
                  <a:pt x="357216" y="2461808"/>
                  <a:pt x="456762" y="2468731"/>
                </a:cubicBezTo>
                <a:cubicBezTo>
                  <a:pt x="373794" y="2404281"/>
                  <a:pt x="269816" y="2379152"/>
                  <a:pt x="174514" y="2345378"/>
                </a:cubicBezTo>
                <a:cubicBezTo>
                  <a:pt x="130977" y="2330009"/>
                  <a:pt x="90329" y="2308598"/>
                  <a:pt x="38827" y="2303685"/>
                </a:cubicBezTo>
                <a:cubicBezTo>
                  <a:pt x="20556" y="2301864"/>
                  <a:pt x="-10092" y="2297272"/>
                  <a:pt x="3281" y="2273587"/>
                </a:cubicBezTo>
                <a:cubicBezTo>
                  <a:pt x="14533" y="2253956"/>
                  <a:pt x="39095" y="2256437"/>
                  <a:pt x="61590" y="2259170"/>
                </a:cubicBezTo>
                <a:cubicBezTo>
                  <a:pt x="115591" y="2265916"/>
                  <a:pt x="170539" y="2259497"/>
                  <a:pt x="242291" y="2250569"/>
                </a:cubicBezTo>
                <a:cubicBezTo>
                  <a:pt x="178223" y="2197829"/>
                  <a:pt x="68904" y="2229102"/>
                  <a:pt x="13205" y="2172263"/>
                </a:cubicBezTo>
                <a:cubicBezTo>
                  <a:pt x="77196" y="2153598"/>
                  <a:pt x="128251" y="2170191"/>
                  <a:pt x="180810" y="2168333"/>
                </a:cubicBezTo>
                <a:cubicBezTo>
                  <a:pt x="228319" y="2166612"/>
                  <a:pt x="239444" y="2154350"/>
                  <a:pt x="226020" y="2121100"/>
                </a:cubicBezTo>
                <a:cubicBezTo>
                  <a:pt x="205165" y="2069293"/>
                  <a:pt x="229388" y="2038364"/>
                  <a:pt x="299145" y="2044862"/>
                </a:cubicBezTo>
                <a:cubicBezTo>
                  <a:pt x="363822" y="2051027"/>
                  <a:pt x="369032" y="2029991"/>
                  <a:pt x="350236" y="2001187"/>
                </a:cubicBezTo>
                <a:cubicBezTo>
                  <a:pt x="322862" y="1959187"/>
                  <a:pt x="348423" y="1921214"/>
                  <a:pt x="365223" y="1881218"/>
                </a:cubicBezTo>
                <a:cubicBezTo>
                  <a:pt x="390527" y="1820499"/>
                  <a:pt x="376326" y="1793748"/>
                  <a:pt x="310707" y="1758752"/>
                </a:cubicBezTo>
                <a:cubicBezTo>
                  <a:pt x="273754" y="1739265"/>
                  <a:pt x="234367" y="1723631"/>
                  <a:pt x="181659" y="1709137"/>
                </a:cubicBezTo>
                <a:cubicBezTo>
                  <a:pt x="299387" y="1683727"/>
                  <a:pt x="172918" y="1660608"/>
                  <a:pt x="213063" y="1632021"/>
                </a:cubicBezTo>
                <a:cubicBezTo>
                  <a:pt x="296030" y="1612244"/>
                  <a:pt x="369047" y="1679323"/>
                  <a:pt x="481390" y="1644125"/>
                </a:cubicBezTo>
                <a:cubicBezTo>
                  <a:pt x="336659" y="1595935"/>
                  <a:pt x="176348" y="1532074"/>
                  <a:pt x="68930" y="1457537"/>
                </a:cubicBezTo>
                <a:cubicBezTo>
                  <a:pt x="91299" y="1434897"/>
                  <a:pt x="115799" y="1450436"/>
                  <a:pt x="135138" y="1440976"/>
                </a:cubicBezTo>
                <a:cubicBezTo>
                  <a:pt x="133952" y="1436374"/>
                  <a:pt x="135290" y="1429332"/>
                  <a:pt x="131611" y="1427642"/>
                </a:cubicBezTo>
                <a:cubicBezTo>
                  <a:pt x="52402" y="1389548"/>
                  <a:pt x="51441" y="1388478"/>
                  <a:pt x="130443" y="1343795"/>
                </a:cubicBezTo>
                <a:cubicBezTo>
                  <a:pt x="158017" y="1328118"/>
                  <a:pt x="154966" y="1317573"/>
                  <a:pt x="138930" y="1304094"/>
                </a:cubicBezTo>
                <a:cubicBezTo>
                  <a:pt x="127608" y="1294551"/>
                  <a:pt x="113720" y="1286742"/>
                  <a:pt x="118409" y="1262212"/>
                </a:cubicBezTo>
                <a:cubicBezTo>
                  <a:pt x="164937" y="1287183"/>
                  <a:pt x="383505" y="1312432"/>
                  <a:pt x="421410" y="1304757"/>
                </a:cubicBezTo>
                <a:cubicBezTo>
                  <a:pt x="464009" y="1296037"/>
                  <a:pt x="610877" y="1288926"/>
                  <a:pt x="655702" y="1291801"/>
                </a:cubicBezTo>
                <a:cubicBezTo>
                  <a:pt x="653235" y="1290438"/>
                  <a:pt x="650767" y="1289077"/>
                  <a:pt x="648299" y="1287715"/>
                </a:cubicBezTo>
                <a:cubicBezTo>
                  <a:pt x="603999" y="1260339"/>
                  <a:pt x="559107" y="1233035"/>
                  <a:pt x="531027" y="1193967"/>
                </a:cubicBezTo>
                <a:cubicBezTo>
                  <a:pt x="529741" y="1192462"/>
                  <a:pt x="529061" y="1191120"/>
                  <a:pt x="526433" y="1191913"/>
                </a:cubicBezTo>
                <a:cubicBezTo>
                  <a:pt x="503415" y="1199684"/>
                  <a:pt x="505590" y="1187083"/>
                  <a:pt x="504666" y="1177230"/>
                </a:cubicBezTo>
                <a:cubicBezTo>
                  <a:pt x="503726" y="1167141"/>
                  <a:pt x="499378" y="1159602"/>
                  <a:pt x="482307" y="1162618"/>
                </a:cubicBezTo>
                <a:cubicBezTo>
                  <a:pt x="481421" y="1162726"/>
                  <a:pt x="480226" y="1162633"/>
                  <a:pt x="479029" y="1162540"/>
                </a:cubicBezTo>
                <a:cubicBezTo>
                  <a:pt x="470949" y="1161859"/>
                  <a:pt x="444139" y="1138059"/>
                  <a:pt x="447663" y="1132649"/>
                </a:cubicBezTo>
                <a:cubicBezTo>
                  <a:pt x="455539" y="1120781"/>
                  <a:pt x="446335" y="1116439"/>
                  <a:pt x="438547" y="1110977"/>
                </a:cubicBezTo>
                <a:cubicBezTo>
                  <a:pt x="427656" y="1103517"/>
                  <a:pt x="416795" y="1096529"/>
                  <a:pt x="405343" y="1089612"/>
                </a:cubicBezTo>
                <a:cubicBezTo>
                  <a:pt x="394202" y="1082895"/>
                  <a:pt x="382794" y="1076684"/>
                  <a:pt x="371373" y="1070238"/>
                </a:cubicBezTo>
                <a:cubicBezTo>
                  <a:pt x="344889" y="1065616"/>
                  <a:pt x="318169" y="1061972"/>
                  <a:pt x="290358" y="1059884"/>
                </a:cubicBezTo>
                <a:cubicBezTo>
                  <a:pt x="269709" y="1058114"/>
                  <a:pt x="246624" y="1055453"/>
                  <a:pt x="235140" y="1029322"/>
                </a:cubicBezTo>
                <a:cubicBezTo>
                  <a:pt x="256895" y="1029771"/>
                  <a:pt x="278695" y="1030927"/>
                  <a:pt x="300494" y="1032083"/>
                </a:cubicBezTo>
                <a:cubicBezTo>
                  <a:pt x="279542" y="1020860"/>
                  <a:pt x="259181" y="1009565"/>
                  <a:pt x="239661" y="997457"/>
                </a:cubicBezTo>
                <a:cubicBezTo>
                  <a:pt x="223540" y="987309"/>
                  <a:pt x="210281" y="975391"/>
                  <a:pt x="204788" y="959211"/>
                </a:cubicBezTo>
                <a:cubicBezTo>
                  <a:pt x="203337" y="955117"/>
                  <a:pt x="202166" y="950750"/>
                  <a:pt x="207583" y="947009"/>
                </a:cubicBezTo>
                <a:cubicBezTo>
                  <a:pt x="213561" y="942727"/>
                  <a:pt x="218466" y="944980"/>
                  <a:pt x="223061" y="947033"/>
                </a:cubicBezTo>
                <a:cubicBezTo>
                  <a:pt x="242046" y="955410"/>
                  <a:pt x="261311" y="963516"/>
                  <a:pt x="280015" y="972164"/>
                </a:cubicBezTo>
                <a:cubicBezTo>
                  <a:pt x="304852" y="983629"/>
                  <a:pt x="329408" y="995365"/>
                  <a:pt x="353948" y="1006865"/>
                </a:cubicBezTo>
                <a:cubicBezTo>
                  <a:pt x="319294" y="981405"/>
                  <a:pt x="281290" y="959435"/>
                  <a:pt x="240466" y="939943"/>
                </a:cubicBezTo>
                <a:cubicBezTo>
                  <a:pt x="210990" y="925718"/>
                  <a:pt x="181514" y="911494"/>
                  <a:pt x="158812" y="891467"/>
                </a:cubicBezTo>
                <a:cubicBezTo>
                  <a:pt x="147166" y="881489"/>
                  <a:pt x="141336" y="869384"/>
                  <a:pt x="139551" y="855364"/>
                </a:cubicBezTo>
                <a:cubicBezTo>
                  <a:pt x="139312" y="851597"/>
                  <a:pt x="139634" y="847287"/>
                  <a:pt x="145731" y="844888"/>
                </a:cubicBezTo>
                <a:cubicBezTo>
                  <a:pt x="151843" y="842724"/>
                  <a:pt x="155581" y="845356"/>
                  <a:pt x="158154" y="848366"/>
                </a:cubicBezTo>
                <a:cubicBezTo>
                  <a:pt x="161052" y="851811"/>
                  <a:pt x="164496" y="854479"/>
                  <a:pt x="169370" y="856260"/>
                </a:cubicBezTo>
                <a:cubicBezTo>
                  <a:pt x="212096" y="872913"/>
                  <a:pt x="249775" y="894448"/>
                  <a:pt x="288295" y="915169"/>
                </a:cubicBezTo>
                <a:cubicBezTo>
                  <a:pt x="343452" y="944788"/>
                  <a:pt x="397769" y="975222"/>
                  <a:pt x="462694" y="994643"/>
                </a:cubicBezTo>
                <a:cubicBezTo>
                  <a:pt x="487260" y="1001870"/>
                  <a:pt x="512622" y="1007575"/>
                  <a:pt x="531910" y="1006664"/>
                </a:cubicBezTo>
                <a:cubicBezTo>
                  <a:pt x="460990" y="972547"/>
                  <a:pt x="394087" y="936046"/>
                  <a:pt x="333940" y="893507"/>
                </a:cubicBezTo>
                <a:cubicBezTo>
                  <a:pt x="273173" y="850568"/>
                  <a:pt x="219876" y="803403"/>
                  <a:pt x="181443" y="746608"/>
                </a:cubicBezTo>
                <a:cubicBezTo>
                  <a:pt x="177494" y="740681"/>
                  <a:pt x="175038" y="734810"/>
                  <a:pt x="162678" y="737018"/>
                </a:cubicBezTo>
                <a:cubicBezTo>
                  <a:pt x="157082" y="737933"/>
                  <a:pt x="155070" y="734381"/>
                  <a:pt x="156307" y="730435"/>
                </a:cubicBezTo>
                <a:cubicBezTo>
                  <a:pt x="164051" y="702450"/>
                  <a:pt x="145532" y="687373"/>
                  <a:pt x="117227" y="677515"/>
                </a:cubicBezTo>
                <a:cubicBezTo>
                  <a:pt x="108392" y="674314"/>
                  <a:pt x="107546" y="670384"/>
                  <a:pt x="113655" y="663474"/>
                </a:cubicBezTo>
                <a:cubicBezTo>
                  <a:pt x="121976" y="653926"/>
                  <a:pt x="120506" y="644851"/>
                  <a:pt x="115226" y="636712"/>
                </a:cubicBezTo>
                <a:cubicBezTo>
                  <a:pt x="112224" y="631619"/>
                  <a:pt x="108350" y="626868"/>
                  <a:pt x="105067" y="622046"/>
                </a:cubicBezTo>
                <a:cubicBezTo>
                  <a:pt x="102790" y="619000"/>
                  <a:pt x="99022" y="615897"/>
                  <a:pt x="104113" y="611722"/>
                </a:cubicBezTo>
                <a:cubicBezTo>
                  <a:pt x="108939" y="608053"/>
                  <a:pt x="114081" y="609328"/>
                  <a:pt x="118895" y="610169"/>
                </a:cubicBezTo>
                <a:cubicBezTo>
                  <a:pt x="142040" y="613772"/>
                  <a:pt x="156094" y="624170"/>
                  <a:pt x="163095" y="640642"/>
                </a:cubicBezTo>
                <a:cubicBezTo>
                  <a:pt x="168334" y="652819"/>
                  <a:pt x="173104" y="652953"/>
                  <a:pt x="185766" y="641454"/>
                </a:cubicBezTo>
                <a:cubicBezTo>
                  <a:pt x="195327" y="632704"/>
                  <a:pt x="204232" y="632337"/>
                  <a:pt x="212892" y="637457"/>
                </a:cubicBezTo>
                <a:cubicBezTo>
                  <a:pt x="217516" y="639981"/>
                  <a:pt x="220444" y="643897"/>
                  <a:pt x="223932" y="647271"/>
                </a:cubicBezTo>
                <a:cubicBezTo>
                  <a:pt x="241420" y="664845"/>
                  <a:pt x="259762" y="681841"/>
                  <a:pt x="287167" y="691571"/>
                </a:cubicBezTo>
                <a:cubicBezTo>
                  <a:pt x="299355" y="696027"/>
                  <a:pt x="312354" y="699197"/>
                  <a:pt x="330380" y="692506"/>
                </a:cubicBezTo>
                <a:cubicBezTo>
                  <a:pt x="318517" y="688486"/>
                  <a:pt x="306954" y="689175"/>
                  <a:pt x="296172" y="688108"/>
                </a:cubicBezTo>
                <a:cubicBezTo>
                  <a:pt x="285390" y="687041"/>
                  <a:pt x="279539" y="683953"/>
                  <a:pt x="286974" y="674512"/>
                </a:cubicBezTo>
                <a:cubicBezTo>
                  <a:pt x="291105" y="669267"/>
                  <a:pt x="290555" y="665301"/>
                  <a:pt x="286166" y="661798"/>
                </a:cubicBezTo>
                <a:cubicBezTo>
                  <a:pt x="272052" y="650459"/>
                  <a:pt x="264416" y="633352"/>
                  <a:pt x="236268" y="635338"/>
                </a:cubicBezTo>
                <a:cubicBezTo>
                  <a:pt x="234792" y="635517"/>
                  <a:pt x="233255" y="634754"/>
                  <a:pt x="231734" y="634225"/>
                </a:cubicBezTo>
                <a:cubicBezTo>
                  <a:pt x="225957" y="632316"/>
                  <a:pt x="219575" y="630241"/>
                  <a:pt x="221253" y="623870"/>
                </a:cubicBezTo>
                <a:cubicBezTo>
                  <a:pt x="223227" y="617462"/>
                  <a:pt x="230816" y="615119"/>
                  <a:pt x="237564" y="613590"/>
                </a:cubicBezTo>
                <a:cubicBezTo>
                  <a:pt x="254884" y="609831"/>
                  <a:pt x="268844" y="614072"/>
                  <a:pt x="282259" y="619091"/>
                </a:cubicBezTo>
                <a:cubicBezTo>
                  <a:pt x="314893" y="631509"/>
                  <a:pt x="342201" y="649080"/>
                  <a:pt x="370630" y="665566"/>
                </a:cubicBezTo>
                <a:cubicBezTo>
                  <a:pt x="413275" y="690295"/>
                  <a:pt x="451153" y="719635"/>
                  <a:pt x="498017" y="740532"/>
                </a:cubicBezTo>
                <a:cubicBezTo>
                  <a:pt x="637369" y="802423"/>
                  <a:pt x="774774" y="866448"/>
                  <a:pt x="918036" y="924307"/>
                </a:cubicBezTo>
                <a:cubicBezTo>
                  <a:pt x="970882" y="945666"/>
                  <a:pt x="1024819" y="965469"/>
                  <a:pt x="1079304" y="984494"/>
                </a:cubicBezTo>
                <a:cubicBezTo>
                  <a:pt x="1079509" y="983045"/>
                  <a:pt x="1079744" y="982067"/>
                  <a:pt x="1079935" y="980383"/>
                </a:cubicBezTo>
                <a:cubicBezTo>
                  <a:pt x="1079860" y="979206"/>
                  <a:pt x="1079770" y="977793"/>
                  <a:pt x="1079695" y="976616"/>
                </a:cubicBezTo>
                <a:cubicBezTo>
                  <a:pt x="1041139" y="964679"/>
                  <a:pt x="1003098" y="951491"/>
                  <a:pt x="966178" y="937219"/>
                </a:cubicBezTo>
                <a:cubicBezTo>
                  <a:pt x="875541" y="901932"/>
                  <a:pt x="791930" y="860100"/>
                  <a:pt x="720106" y="807112"/>
                </a:cubicBezTo>
                <a:cubicBezTo>
                  <a:pt x="714181" y="802848"/>
                  <a:pt x="707904" y="802421"/>
                  <a:pt x="698823" y="804708"/>
                </a:cubicBezTo>
                <a:cubicBezTo>
                  <a:pt x="669544" y="812288"/>
                  <a:pt x="659939" y="806334"/>
                  <a:pt x="664513" y="784663"/>
                </a:cubicBezTo>
                <a:cubicBezTo>
                  <a:pt x="665660" y="779304"/>
                  <a:pt x="665686" y="775031"/>
                  <a:pt x="660380" y="771165"/>
                </a:cubicBezTo>
                <a:cubicBezTo>
                  <a:pt x="636661" y="753871"/>
                  <a:pt x="611807" y="737427"/>
                  <a:pt x="584959" y="722409"/>
                </a:cubicBezTo>
                <a:cubicBezTo>
                  <a:pt x="535282" y="694735"/>
                  <a:pt x="482226" y="670082"/>
                  <a:pt x="435649" y="639659"/>
                </a:cubicBezTo>
                <a:cubicBezTo>
                  <a:pt x="421965" y="630403"/>
                  <a:pt x="411440" y="619340"/>
                  <a:pt x="404944" y="606128"/>
                </a:cubicBezTo>
                <a:cubicBezTo>
                  <a:pt x="402872" y="601635"/>
                  <a:pt x="401613" y="595856"/>
                  <a:pt x="408476" y="591466"/>
                </a:cubicBezTo>
                <a:cubicBezTo>
                  <a:pt x="415044" y="587111"/>
                  <a:pt x="420320" y="590506"/>
                  <a:pt x="425225" y="592759"/>
                </a:cubicBezTo>
                <a:cubicBezTo>
                  <a:pt x="445746" y="601899"/>
                  <a:pt x="466578" y="611238"/>
                  <a:pt x="487115" y="620614"/>
                </a:cubicBezTo>
                <a:cubicBezTo>
                  <a:pt x="507947" y="629954"/>
                  <a:pt x="528514" y="639800"/>
                  <a:pt x="550277" y="649738"/>
                </a:cubicBezTo>
                <a:cubicBezTo>
                  <a:pt x="551408" y="644145"/>
                  <a:pt x="546904" y="643504"/>
                  <a:pt x="544421" y="641907"/>
                </a:cubicBezTo>
                <a:cubicBezTo>
                  <a:pt x="509355" y="619344"/>
                  <a:pt x="471190" y="599529"/>
                  <a:pt x="431905" y="580799"/>
                </a:cubicBezTo>
                <a:cubicBezTo>
                  <a:pt x="401512" y="566211"/>
                  <a:pt x="371947" y="550574"/>
                  <a:pt x="351177" y="528177"/>
                </a:cubicBezTo>
                <a:cubicBezTo>
                  <a:pt x="343180" y="519419"/>
                  <a:pt x="338696" y="509759"/>
                  <a:pt x="339749" y="498244"/>
                </a:cubicBezTo>
                <a:cubicBezTo>
                  <a:pt x="340115" y="494641"/>
                  <a:pt x="340481" y="491037"/>
                  <a:pt x="346313" y="489145"/>
                </a:cubicBezTo>
                <a:cubicBezTo>
                  <a:pt x="350979" y="487631"/>
                  <a:pt x="354067" y="489392"/>
                  <a:pt x="356579" y="491460"/>
                </a:cubicBezTo>
                <a:cubicBezTo>
                  <a:pt x="360984" y="495197"/>
                  <a:pt x="365388" y="498934"/>
                  <a:pt x="371505" y="501516"/>
                </a:cubicBezTo>
                <a:cubicBezTo>
                  <a:pt x="408203" y="517000"/>
                  <a:pt x="442659" y="534654"/>
                  <a:pt x="476275" y="553122"/>
                </a:cubicBezTo>
                <a:cubicBezTo>
                  <a:pt x="531461" y="583213"/>
                  <a:pt x="586103" y="614082"/>
                  <a:pt x="649952" y="635294"/>
                </a:cubicBezTo>
                <a:cubicBezTo>
                  <a:pt x="673972" y="643298"/>
                  <a:pt x="698805" y="650018"/>
                  <a:pt x="727161" y="651328"/>
                </a:cubicBezTo>
                <a:cubicBezTo>
                  <a:pt x="726126" y="649081"/>
                  <a:pt x="724263" y="647883"/>
                  <a:pt x="722417" y="646921"/>
                </a:cubicBezTo>
                <a:cubicBezTo>
                  <a:pt x="660627" y="615969"/>
                  <a:pt x="600830" y="583590"/>
                  <a:pt x="546079" y="546328"/>
                </a:cubicBezTo>
                <a:cubicBezTo>
                  <a:pt x="478576" y="500409"/>
                  <a:pt x="420223" y="448637"/>
                  <a:pt x="378182" y="386585"/>
                </a:cubicBezTo>
                <a:cubicBezTo>
                  <a:pt x="376229" y="383975"/>
                  <a:pt x="374884" y="381528"/>
                  <a:pt x="370158" y="382100"/>
                </a:cubicBezTo>
                <a:cubicBezTo>
                  <a:pt x="358064" y="383802"/>
                  <a:pt x="356583" y="379236"/>
                  <a:pt x="357861" y="371252"/>
                </a:cubicBezTo>
                <a:cubicBezTo>
                  <a:pt x="361373" y="351608"/>
                  <a:pt x="352380" y="336565"/>
                  <a:pt x="331313" y="328203"/>
                </a:cubicBezTo>
                <a:cubicBezTo>
                  <a:pt x="316037" y="321986"/>
                  <a:pt x="303183" y="316425"/>
                  <a:pt x="319354" y="299282"/>
                </a:cubicBezTo>
                <a:cubicBezTo>
                  <a:pt x="323265" y="295249"/>
                  <a:pt x="321459" y="290249"/>
                  <a:pt x="319682" y="285719"/>
                </a:cubicBezTo>
                <a:cubicBezTo>
                  <a:pt x="317166" y="278905"/>
                  <a:pt x="312080" y="273828"/>
                  <a:pt x="306391" y="268585"/>
                </a:cubicBezTo>
                <a:cubicBezTo>
                  <a:pt x="303227" y="265647"/>
                  <a:pt x="299399" y="261602"/>
                  <a:pt x="303294" y="257334"/>
                </a:cubicBezTo>
                <a:cubicBezTo>
                  <a:pt x="307735" y="252289"/>
                  <a:pt x="314131" y="254598"/>
                  <a:pt x="319242" y="255403"/>
                </a:cubicBezTo>
                <a:cubicBezTo>
                  <a:pt x="342683" y="258970"/>
                  <a:pt x="357062" y="269803"/>
                  <a:pt x="364093" y="286745"/>
                </a:cubicBezTo>
                <a:cubicBezTo>
                  <a:pt x="368651" y="297582"/>
                  <a:pt x="374307" y="297608"/>
                  <a:pt x="385301" y="287973"/>
                </a:cubicBezTo>
                <a:cubicBezTo>
                  <a:pt x="397712" y="277216"/>
                  <a:pt x="408079" y="276436"/>
                  <a:pt x="417598" y="285722"/>
                </a:cubicBezTo>
                <a:cubicBezTo>
                  <a:pt x="425226" y="293339"/>
                  <a:pt x="431406" y="301607"/>
                  <a:pt x="440155" y="308139"/>
                </a:cubicBezTo>
                <a:cubicBezTo>
                  <a:pt x="463623" y="326175"/>
                  <a:pt x="485720" y="346039"/>
                  <a:pt x="534406" y="339430"/>
                </a:cubicBezTo>
                <a:cubicBezTo>
                  <a:pt x="520872" y="332528"/>
                  <a:pt x="507316" y="334645"/>
                  <a:pt x="495633" y="333450"/>
                </a:cubicBezTo>
                <a:cubicBezTo>
                  <a:pt x="487244" y="332567"/>
                  <a:pt x="478750" y="330037"/>
                  <a:pt x="486289" y="322243"/>
                </a:cubicBezTo>
                <a:cubicBezTo>
                  <a:pt x="494951" y="313365"/>
                  <a:pt x="489365" y="309771"/>
                  <a:pt x="484000" y="304964"/>
                </a:cubicBezTo>
                <a:cubicBezTo>
                  <a:pt x="471673" y="293645"/>
                  <a:pt x="461604" y="280392"/>
                  <a:pt x="436911" y="280536"/>
                </a:cubicBezTo>
                <a:cubicBezTo>
                  <a:pt x="433041" y="280530"/>
                  <a:pt x="429923" y="278297"/>
                  <a:pt x="426865" y="277007"/>
                </a:cubicBezTo>
                <a:cubicBezTo>
                  <a:pt x="422581" y="275154"/>
                  <a:pt x="418872" y="272993"/>
                  <a:pt x="420654" y="268269"/>
                </a:cubicBezTo>
                <a:cubicBezTo>
                  <a:pt x="422468" y="264016"/>
                  <a:pt x="426748" y="261125"/>
                  <a:pt x="432329" y="259975"/>
                </a:cubicBezTo>
                <a:cubicBezTo>
                  <a:pt x="437320" y="258895"/>
                  <a:pt x="442621" y="258016"/>
                  <a:pt x="447672" y="257879"/>
                </a:cubicBezTo>
                <a:cubicBezTo>
                  <a:pt x="470223" y="256809"/>
                  <a:pt x="486254" y="265543"/>
                  <a:pt x="502242" y="273572"/>
                </a:cubicBezTo>
                <a:cubicBezTo>
                  <a:pt x="558179" y="301436"/>
                  <a:pt x="607891" y="334326"/>
                  <a:pt x="659874" y="365516"/>
                </a:cubicBezTo>
                <a:cubicBezTo>
                  <a:pt x="711842" y="396471"/>
                  <a:pt x="772192" y="418818"/>
                  <a:pt x="829177" y="444421"/>
                </a:cubicBezTo>
                <a:cubicBezTo>
                  <a:pt x="960626" y="503711"/>
                  <a:pt x="1092650" y="562693"/>
                  <a:pt x="1231903" y="613682"/>
                </a:cubicBezTo>
                <a:cubicBezTo>
                  <a:pt x="1368099" y="663381"/>
                  <a:pt x="1823141" y="686561"/>
                  <a:pt x="1911736" y="685084"/>
                </a:cubicBezTo>
                <a:cubicBezTo>
                  <a:pt x="2024994" y="682992"/>
                  <a:pt x="2291986" y="655399"/>
                  <a:pt x="2564313" y="632143"/>
                </a:cubicBezTo>
                <a:cubicBezTo>
                  <a:pt x="2595089" y="629364"/>
                  <a:pt x="2625288" y="626893"/>
                  <a:pt x="2657304" y="624913"/>
                </a:cubicBezTo>
                <a:cubicBezTo>
                  <a:pt x="3564401" y="568191"/>
                  <a:pt x="4203594" y="276765"/>
                  <a:pt x="4235818" y="259339"/>
                </a:cubicBezTo>
                <a:cubicBezTo>
                  <a:pt x="4287616" y="231474"/>
                  <a:pt x="4460006" y="176429"/>
                  <a:pt x="4460331" y="176864"/>
                </a:cubicBezTo>
                <a:cubicBezTo>
                  <a:pt x="4464175" y="181144"/>
                  <a:pt x="4483735" y="184529"/>
                  <a:pt x="4499578" y="186791"/>
                </a:cubicBezTo>
                <a:lnTo>
                  <a:pt x="4514640" y="188841"/>
                </a:lnTo>
                <a:lnTo>
                  <a:pt x="4516523" y="189988"/>
                </a:lnTo>
                <a:cubicBezTo>
                  <a:pt x="4522035" y="190091"/>
                  <a:pt x="4521760" y="189857"/>
                  <a:pt x="4518126" y="189316"/>
                </a:cubicBezTo>
                <a:lnTo>
                  <a:pt x="4514640" y="188841"/>
                </a:lnTo>
                <a:lnTo>
                  <a:pt x="4511569" y="186970"/>
                </a:lnTo>
                <a:cubicBezTo>
                  <a:pt x="4510788" y="185226"/>
                  <a:pt x="4510719" y="182981"/>
                  <a:pt x="4510888" y="180943"/>
                </a:cubicBezTo>
                <a:cubicBezTo>
                  <a:pt x="4511690" y="170169"/>
                  <a:pt x="4517648" y="160906"/>
                  <a:pt x="4531865" y="155151"/>
                </a:cubicBezTo>
                <a:cubicBezTo>
                  <a:pt x="4545507" y="149703"/>
                  <a:pt x="4559473" y="144689"/>
                  <a:pt x="4573441" y="139676"/>
                </a:cubicBezTo>
                <a:cubicBezTo>
                  <a:pt x="4585075" y="135420"/>
                  <a:pt x="4593048" y="134454"/>
                  <a:pt x="4594964" y="145847"/>
                </a:cubicBezTo>
                <a:cubicBezTo>
                  <a:pt x="4596879" y="157242"/>
                  <a:pt x="4613452" y="160454"/>
                  <a:pt x="4623059" y="152410"/>
                </a:cubicBezTo>
                <a:cubicBezTo>
                  <a:pt x="4660632" y="120811"/>
                  <a:pt x="4705757" y="95654"/>
                  <a:pt x="4748356" y="68192"/>
                </a:cubicBezTo>
                <a:cubicBezTo>
                  <a:pt x="4778098" y="49168"/>
                  <a:pt x="4809406" y="31378"/>
                  <a:pt x="4833812" y="8017"/>
                </a:cubicBezTo>
                <a:cubicBezTo>
                  <a:pt x="4838299" y="3678"/>
                  <a:pt x="4842399" y="-2039"/>
                  <a:pt x="4850908" y="727"/>
                </a:cubicBezTo>
                <a:close/>
              </a:path>
            </a:pathLst>
          </a:custGeom>
          <a:solidFill>
            <a:schemeClr val="bg2">
              <a:alpha val="50000"/>
            </a:schemeClr>
          </a:solidFill>
          <a:ln w="32707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E3F2864C-BDFE-D1A8-2BAD-05AFD2BEEC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844" y="683419"/>
            <a:ext cx="3494859" cy="5491162"/>
          </a:xfrm>
        </p:spPr>
        <p:txBody>
          <a:bodyPr>
            <a:normAutofit/>
          </a:bodyPr>
          <a:lstStyle/>
          <a:p>
            <a:r>
              <a:rPr lang="ja-JP" altLang="ja-JP" b="1" dirty="0"/>
              <a:t>サイトの</a:t>
            </a:r>
            <a:r>
              <a:rPr lang="ja-JP" altLang="en-US" b="1" dirty="0"/>
              <a:t>内容</a:t>
            </a:r>
            <a:br>
              <a:rPr lang="ja-JP" altLang="ja-JP" b="1" dirty="0"/>
            </a:br>
            <a:endParaRPr kumimoji="1" lang="ja-JP" altLang="en-US" dirty="0"/>
          </a:p>
        </p:txBody>
      </p:sp>
      <p:graphicFrame>
        <p:nvGraphicFramePr>
          <p:cNvPr id="5" name="コンテンツ プレースホルダー 2">
            <a:extLst>
              <a:ext uri="{FF2B5EF4-FFF2-40B4-BE49-F238E27FC236}">
                <a16:creationId xmlns:a16="http://schemas.microsoft.com/office/drawing/2014/main" id="{92DCE88E-CEE6-B05F-C977-B628A383484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542968557"/>
              </p:ext>
            </p:extLst>
          </p:nvPr>
        </p:nvGraphicFramePr>
        <p:xfrm>
          <a:off x="4702547" y="838199"/>
          <a:ext cx="6651253" cy="533876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49302207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2013 - 2022 テーマ">
  <a:themeElements>
    <a:clrScheme name="Office 2013 - 2022 テーマ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- 2022 テーマ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テーマ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73</TotalTime>
  <Words>160</Words>
  <Application>Microsoft Office PowerPoint</Application>
  <PresentationFormat>ワイド画面</PresentationFormat>
  <Paragraphs>34</Paragraphs>
  <Slides>7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7</vt:i4>
      </vt:variant>
    </vt:vector>
  </HeadingPairs>
  <TitlesOfParts>
    <vt:vector size="11" baseType="lpstr">
      <vt:lpstr>Arial</vt:lpstr>
      <vt:lpstr>Calibri</vt:lpstr>
      <vt:lpstr>Calibri Light</vt:lpstr>
      <vt:lpstr>Office 2013 - 2022 テーマ</vt:lpstr>
      <vt:lpstr>25007 大平凜音</vt:lpstr>
      <vt:lpstr>１つ目 　 制作目的 </vt:lpstr>
      <vt:lpstr>サイトの構成 </vt:lpstr>
      <vt:lpstr>サイトの内容 </vt:lpstr>
      <vt:lpstr>２つ目 　 制作目的 </vt:lpstr>
      <vt:lpstr>サイトの構成 </vt:lpstr>
      <vt:lpstr>サイトの内容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大平　凜音</dc:creator>
  <cp:lastModifiedBy>大平　凜音</cp:lastModifiedBy>
  <cp:revision>1</cp:revision>
  <dcterms:created xsi:type="dcterms:W3CDTF">2026-06-29T04:19:42Z</dcterms:created>
  <dcterms:modified xsi:type="dcterms:W3CDTF">2026-06-29T05:33:36Z</dcterms:modified>
</cp:coreProperties>
</file>