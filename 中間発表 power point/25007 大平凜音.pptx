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69" r:id="rId2"/>
    <p:sldId id="256" r:id="rId3"/>
    <p:sldId id="270" r:id="rId4"/>
    <p:sldId id="257" r:id="rId5"/>
    <p:sldId id="258" r:id="rId6"/>
    <p:sldId id="264" r:id="rId7"/>
    <p:sldId id="266" r:id="rId8"/>
    <p:sldId id="261" r:id="rId9"/>
    <p:sldId id="262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9B91B4-132E-4ED3-A0B5-338337F567B0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520B7F7-47C2-48F0-817B-8BCAE4BF33AF}">
      <dgm:prSet/>
      <dgm:spPr/>
      <dgm:t>
        <a:bodyPr/>
        <a:lstStyle/>
        <a:p>
          <a:r>
            <a:rPr kumimoji="1" lang="ja-JP" dirty="0"/>
            <a:t>テーマ</a:t>
          </a:r>
          <a:endParaRPr lang="en-US" dirty="0"/>
        </a:p>
      </dgm:t>
    </dgm:pt>
    <dgm:pt modelId="{D13C5C74-4611-4D23-9096-1B6857AE5970}" type="parTrans" cxnId="{91AB8DB3-E608-4854-A38D-166BE992328C}">
      <dgm:prSet/>
      <dgm:spPr/>
      <dgm:t>
        <a:bodyPr/>
        <a:lstStyle/>
        <a:p>
          <a:endParaRPr lang="en-US"/>
        </a:p>
      </dgm:t>
    </dgm:pt>
    <dgm:pt modelId="{4494D79C-EC6E-4C79-9731-366EC82C652A}" type="sibTrans" cxnId="{91AB8DB3-E608-4854-A38D-166BE992328C}">
      <dgm:prSet/>
      <dgm:spPr/>
      <dgm:t>
        <a:bodyPr/>
        <a:lstStyle/>
        <a:p>
          <a:endParaRPr lang="en-US"/>
        </a:p>
      </dgm:t>
    </dgm:pt>
    <dgm:pt modelId="{F11A1FA7-0C15-4C0A-BAC6-21B2083D157C}">
      <dgm:prSet/>
      <dgm:spPr/>
      <dgm:t>
        <a:bodyPr/>
        <a:lstStyle/>
        <a:p>
          <a:r>
            <a:rPr kumimoji="1" lang="ja-JP"/>
            <a:t>目的</a:t>
          </a:r>
          <a:endParaRPr lang="en-US"/>
        </a:p>
      </dgm:t>
    </dgm:pt>
    <dgm:pt modelId="{BA9BAC67-66DF-4DC8-96A7-0F67D59299A1}" type="parTrans" cxnId="{2A98996D-8032-4C8A-854C-CC6264D97AE6}">
      <dgm:prSet/>
      <dgm:spPr/>
      <dgm:t>
        <a:bodyPr/>
        <a:lstStyle/>
        <a:p>
          <a:endParaRPr lang="en-US"/>
        </a:p>
      </dgm:t>
    </dgm:pt>
    <dgm:pt modelId="{8D70D31F-EBB2-4C5B-BFCB-00AE7F3534B2}" type="sibTrans" cxnId="{2A98996D-8032-4C8A-854C-CC6264D97AE6}">
      <dgm:prSet/>
      <dgm:spPr/>
      <dgm:t>
        <a:bodyPr/>
        <a:lstStyle/>
        <a:p>
          <a:endParaRPr lang="en-US"/>
        </a:p>
      </dgm:t>
    </dgm:pt>
    <dgm:pt modelId="{285FF560-389D-4BA6-813F-50B892B6764F}">
      <dgm:prSet/>
      <dgm:spPr/>
      <dgm:t>
        <a:bodyPr/>
        <a:lstStyle/>
        <a:p>
          <a:pPr algn="l"/>
          <a:r>
            <a:rPr kumimoji="1" lang="ja-JP" altLang="en-US" dirty="0"/>
            <a:t>　　</a:t>
          </a:r>
          <a:r>
            <a:rPr kumimoji="1" lang="ja-JP" dirty="0"/>
            <a:t>構成</a:t>
          </a:r>
          <a:endParaRPr kumimoji="1" lang="en-US" altLang="ja-JP" dirty="0"/>
        </a:p>
        <a:p>
          <a:pPr algn="l"/>
          <a:r>
            <a:rPr kumimoji="1" lang="ja-JP" altLang="en-US" dirty="0"/>
            <a:t>　</a:t>
          </a:r>
          <a:r>
            <a:rPr kumimoji="1" lang="ja-JP" dirty="0"/>
            <a:t>レイアウト</a:t>
          </a:r>
          <a:endParaRPr lang="en-US" dirty="0"/>
        </a:p>
      </dgm:t>
    </dgm:pt>
    <dgm:pt modelId="{62E2EF23-1A7D-468D-B038-7A480C94E6AA}" type="parTrans" cxnId="{C71C328A-C02F-4449-AD80-5581813DDEA9}">
      <dgm:prSet/>
      <dgm:spPr/>
      <dgm:t>
        <a:bodyPr/>
        <a:lstStyle/>
        <a:p>
          <a:endParaRPr lang="en-US"/>
        </a:p>
      </dgm:t>
    </dgm:pt>
    <dgm:pt modelId="{B47E3FA9-FF0C-4F7E-93C0-F7CFBC59E15F}" type="sibTrans" cxnId="{C71C328A-C02F-4449-AD80-5581813DDEA9}">
      <dgm:prSet/>
      <dgm:spPr/>
      <dgm:t>
        <a:bodyPr/>
        <a:lstStyle/>
        <a:p>
          <a:endParaRPr lang="en-US"/>
        </a:p>
      </dgm:t>
    </dgm:pt>
    <dgm:pt modelId="{BB3122E2-8C82-4BF7-A286-6816D7912C97}">
      <dgm:prSet/>
      <dgm:spPr/>
      <dgm:t>
        <a:bodyPr/>
        <a:lstStyle/>
        <a:p>
          <a:r>
            <a:rPr kumimoji="1" lang="ja-JP"/>
            <a:t>今後の流れ</a:t>
          </a:r>
          <a:endParaRPr lang="en-US"/>
        </a:p>
      </dgm:t>
    </dgm:pt>
    <dgm:pt modelId="{9AA55402-F3E0-4D17-956B-85BDEED9D7FD}" type="parTrans" cxnId="{E5BB7A57-E208-4DF6-80E5-BA1ECCE68C3B}">
      <dgm:prSet/>
      <dgm:spPr/>
      <dgm:t>
        <a:bodyPr/>
        <a:lstStyle/>
        <a:p>
          <a:endParaRPr lang="en-US"/>
        </a:p>
      </dgm:t>
    </dgm:pt>
    <dgm:pt modelId="{D0D541D7-701C-4554-BA57-25309AA8C251}" type="sibTrans" cxnId="{E5BB7A57-E208-4DF6-80E5-BA1ECCE68C3B}">
      <dgm:prSet/>
      <dgm:spPr/>
      <dgm:t>
        <a:bodyPr/>
        <a:lstStyle/>
        <a:p>
          <a:endParaRPr lang="en-US"/>
        </a:p>
      </dgm:t>
    </dgm:pt>
    <dgm:pt modelId="{BB309B5B-9FE5-4EE2-ACA7-59DA716FC39C}" type="pres">
      <dgm:prSet presAssocID="{119B91B4-132E-4ED3-A0B5-338337F567B0}" presName="Name0" presStyleCnt="0">
        <dgm:presLayoutVars>
          <dgm:dir/>
          <dgm:resizeHandles val="exact"/>
        </dgm:presLayoutVars>
      </dgm:prSet>
      <dgm:spPr/>
    </dgm:pt>
    <dgm:pt modelId="{4A934168-7E8B-484A-8DC9-0803C3EFA597}" type="pres">
      <dgm:prSet presAssocID="{B520B7F7-47C2-48F0-817B-8BCAE4BF33AF}" presName="node" presStyleLbl="node1" presStyleIdx="0" presStyleCnt="4">
        <dgm:presLayoutVars>
          <dgm:bulletEnabled val="1"/>
        </dgm:presLayoutVars>
      </dgm:prSet>
      <dgm:spPr/>
    </dgm:pt>
    <dgm:pt modelId="{A226F5DE-6CE7-40C8-8278-DDF9BF659F87}" type="pres">
      <dgm:prSet presAssocID="{4494D79C-EC6E-4C79-9731-366EC82C652A}" presName="sibTrans" presStyleLbl="sibTrans2D1" presStyleIdx="0" presStyleCnt="3"/>
      <dgm:spPr/>
    </dgm:pt>
    <dgm:pt modelId="{D0A279BF-9E31-4969-AE15-7CEB06865DF4}" type="pres">
      <dgm:prSet presAssocID="{4494D79C-EC6E-4C79-9731-366EC82C652A}" presName="connectorText" presStyleLbl="sibTrans2D1" presStyleIdx="0" presStyleCnt="3"/>
      <dgm:spPr/>
    </dgm:pt>
    <dgm:pt modelId="{C9FB99D8-7D9F-4570-BD88-84E46C18ED34}" type="pres">
      <dgm:prSet presAssocID="{F11A1FA7-0C15-4C0A-BAC6-21B2083D157C}" presName="node" presStyleLbl="node1" presStyleIdx="1" presStyleCnt="4">
        <dgm:presLayoutVars>
          <dgm:bulletEnabled val="1"/>
        </dgm:presLayoutVars>
      </dgm:prSet>
      <dgm:spPr/>
    </dgm:pt>
    <dgm:pt modelId="{A4E2095F-3FA3-43C2-888B-B890F5DF808C}" type="pres">
      <dgm:prSet presAssocID="{8D70D31F-EBB2-4C5B-BFCB-00AE7F3534B2}" presName="sibTrans" presStyleLbl="sibTrans2D1" presStyleIdx="1" presStyleCnt="3"/>
      <dgm:spPr/>
    </dgm:pt>
    <dgm:pt modelId="{6045BEB5-DFE6-48B1-9427-C74D72BC680A}" type="pres">
      <dgm:prSet presAssocID="{8D70D31F-EBB2-4C5B-BFCB-00AE7F3534B2}" presName="connectorText" presStyleLbl="sibTrans2D1" presStyleIdx="1" presStyleCnt="3"/>
      <dgm:spPr/>
    </dgm:pt>
    <dgm:pt modelId="{6DF724DD-354F-4DEB-8378-89C1110DBF80}" type="pres">
      <dgm:prSet presAssocID="{285FF560-389D-4BA6-813F-50B892B6764F}" presName="node" presStyleLbl="node1" presStyleIdx="2" presStyleCnt="4">
        <dgm:presLayoutVars>
          <dgm:bulletEnabled val="1"/>
        </dgm:presLayoutVars>
      </dgm:prSet>
      <dgm:spPr/>
    </dgm:pt>
    <dgm:pt modelId="{F029F75C-556E-4C94-9200-434463885767}" type="pres">
      <dgm:prSet presAssocID="{B47E3FA9-FF0C-4F7E-93C0-F7CFBC59E15F}" presName="sibTrans" presStyleLbl="sibTrans2D1" presStyleIdx="2" presStyleCnt="3"/>
      <dgm:spPr/>
    </dgm:pt>
    <dgm:pt modelId="{2E355FE2-CF4C-4B91-A3C9-3C146D27167E}" type="pres">
      <dgm:prSet presAssocID="{B47E3FA9-FF0C-4F7E-93C0-F7CFBC59E15F}" presName="connectorText" presStyleLbl="sibTrans2D1" presStyleIdx="2" presStyleCnt="3"/>
      <dgm:spPr/>
    </dgm:pt>
    <dgm:pt modelId="{BDA70FB3-401D-40AF-BDF8-516CB4996000}" type="pres">
      <dgm:prSet presAssocID="{BB3122E2-8C82-4BF7-A286-6816D7912C97}" presName="node" presStyleLbl="node1" presStyleIdx="3" presStyleCnt="4">
        <dgm:presLayoutVars>
          <dgm:bulletEnabled val="1"/>
        </dgm:presLayoutVars>
      </dgm:prSet>
      <dgm:spPr/>
    </dgm:pt>
  </dgm:ptLst>
  <dgm:cxnLst>
    <dgm:cxn modelId="{E4EF9A1A-4EEF-4BA8-9CDE-2EB29A7B26CE}" type="presOf" srcId="{B47E3FA9-FF0C-4F7E-93C0-F7CFBC59E15F}" destId="{2E355FE2-CF4C-4B91-A3C9-3C146D27167E}" srcOrd="1" destOrd="0" presId="urn:microsoft.com/office/officeart/2005/8/layout/process1"/>
    <dgm:cxn modelId="{627EFE23-4C09-4B0B-86FD-D732C2BF706C}" type="presOf" srcId="{8D70D31F-EBB2-4C5B-BFCB-00AE7F3534B2}" destId="{A4E2095F-3FA3-43C2-888B-B890F5DF808C}" srcOrd="0" destOrd="0" presId="urn:microsoft.com/office/officeart/2005/8/layout/process1"/>
    <dgm:cxn modelId="{3DB24C34-2EF4-4F6F-9A2B-E3936B4E2458}" type="presOf" srcId="{B47E3FA9-FF0C-4F7E-93C0-F7CFBC59E15F}" destId="{F029F75C-556E-4C94-9200-434463885767}" srcOrd="0" destOrd="0" presId="urn:microsoft.com/office/officeart/2005/8/layout/process1"/>
    <dgm:cxn modelId="{FBE0455E-FF0B-403E-AD36-4829EE3BB863}" type="presOf" srcId="{4494D79C-EC6E-4C79-9731-366EC82C652A}" destId="{D0A279BF-9E31-4969-AE15-7CEB06865DF4}" srcOrd="1" destOrd="0" presId="urn:microsoft.com/office/officeart/2005/8/layout/process1"/>
    <dgm:cxn modelId="{61CDA945-4E5E-4D9C-93C1-7E9D7F0B1D81}" type="presOf" srcId="{4494D79C-EC6E-4C79-9731-366EC82C652A}" destId="{A226F5DE-6CE7-40C8-8278-DDF9BF659F87}" srcOrd="0" destOrd="0" presId="urn:microsoft.com/office/officeart/2005/8/layout/process1"/>
    <dgm:cxn modelId="{2A98996D-8032-4C8A-854C-CC6264D97AE6}" srcId="{119B91B4-132E-4ED3-A0B5-338337F567B0}" destId="{F11A1FA7-0C15-4C0A-BAC6-21B2083D157C}" srcOrd="1" destOrd="0" parTransId="{BA9BAC67-66DF-4DC8-96A7-0F67D59299A1}" sibTransId="{8D70D31F-EBB2-4C5B-BFCB-00AE7F3534B2}"/>
    <dgm:cxn modelId="{5B7DB856-2889-4C6D-88F1-5168B257EAF0}" type="presOf" srcId="{285FF560-389D-4BA6-813F-50B892B6764F}" destId="{6DF724DD-354F-4DEB-8378-89C1110DBF80}" srcOrd="0" destOrd="0" presId="urn:microsoft.com/office/officeart/2005/8/layout/process1"/>
    <dgm:cxn modelId="{E5BB7A57-E208-4DF6-80E5-BA1ECCE68C3B}" srcId="{119B91B4-132E-4ED3-A0B5-338337F567B0}" destId="{BB3122E2-8C82-4BF7-A286-6816D7912C97}" srcOrd="3" destOrd="0" parTransId="{9AA55402-F3E0-4D17-956B-85BDEED9D7FD}" sibTransId="{D0D541D7-701C-4554-BA57-25309AA8C251}"/>
    <dgm:cxn modelId="{C71C328A-C02F-4449-AD80-5581813DDEA9}" srcId="{119B91B4-132E-4ED3-A0B5-338337F567B0}" destId="{285FF560-389D-4BA6-813F-50B892B6764F}" srcOrd="2" destOrd="0" parTransId="{62E2EF23-1A7D-468D-B038-7A480C94E6AA}" sibTransId="{B47E3FA9-FF0C-4F7E-93C0-F7CFBC59E15F}"/>
    <dgm:cxn modelId="{799E578E-0C41-450A-AEEB-1769E84FF36C}" type="presOf" srcId="{8D70D31F-EBB2-4C5B-BFCB-00AE7F3534B2}" destId="{6045BEB5-DFE6-48B1-9427-C74D72BC680A}" srcOrd="1" destOrd="0" presId="urn:microsoft.com/office/officeart/2005/8/layout/process1"/>
    <dgm:cxn modelId="{6228119E-3720-45BB-9C93-DE67B6A34A94}" type="presOf" srcId="{BB3122E2-8C82-4BF7-A286-6816D7912C97}" destId="{BDA70FB3-401D-40AF-BDF8-516CB4996000}" srcOrd="0" destOrd="0" presId="urn:microsoft.com/office/officeart/2005/8/layout/process1"/>
    <dgm:cxn modelId="{0EECE7B2-874F-47CF-A821-AD9F9F6B499A}" type="presOf" srcId="{F11A1FA7-0C15-4C0A-BAC6-21B2083D157C}" destId="{C9FB99D8-7D9F-4570-BD88-84E46C18ED34}" srcOrd="0" destOrd="0" presId="urn:microsoft.com/office/officeart/2005/8/layout/process1"/>
    <dgm:cxn modelId="{91AB8DB3-E608-4854-A38D-166BE992328C}" srcId="{119B91B4-132E-4ED3-A0B5-338337F567B0}" destId="{B520B7F7-47C2-48F0-817B-8BCAE4BF33AF}" srcOrd="0" destOrd="0" parTransId="{D13C5C74-4611-4D23-9096-1B6857AE5970}" sibTransId="{4494D79C-EC6E-4C79-9731-366EC82C652A}"/>
    <dgm:cxn modelId="{D3B3F1B6-AEE5-44FC-9920-5ADEE9996CB7}" type="presOf" srcId="{119B91B4-132E-4ED3-A0B5-338337F567B0}" destId="{BB309B5B-9FE5-4EE2-ACA7-59DA716FC39C}" srcOrd="0" destOrd="0" presId="urn:microsoft.com/office/officeart/2005/8/layout/process1"/>
    <dgm:cxn modelId="{6B8058E5-023F-43DE-9415-804350DA32EE}" type="presOf" srcId="{B520B7F7-47C2-48F0-817B-8BCAE4BF33AF}" destId="{4A934168-7E8B-484A-8DC9-0803C3EFA597}" srcOrd="0" destOrd="0" presId="urn:microsoft.com/office/officeart/2005/8/layout/process1"/>
    <dgm:cxn modelId="{031F8B28-E46C-4B41-9B8E-487E81801862}" type="presParOf" srcId="{BB309B5B-9FE5-4EE2-ACA7-59DA716FC39C}" destId="{4A934168-7E8B-484A-8DC9-0803C3EFA597}" srcOrd="0" destOrd="0" presId="urn:microsoft.com/office/officeart/2005/8/layout/process1"/>
    <dgm:cxn modelId="{B60D502A-C43A-473A-BFDC-12708E6162E2}" type="presParOf" srcId="{BB309B5B-9FE5-4EE2-ACA7-59DA716FC39C}" destId="{A226F5DE-6CE7-40C8-8278-DDF9BF659F87}" srcOrd="1" destOrd="0" presId="urn:microsoft.com/office/officeart/2005/8/layout/process1"/>
    <dgm:cxn modelId="{83EBAAFB-BFD5-4721-A4FA-D956A4A5045C}" type="presParOf" srcId="{A226F5DE-6CE7-40C8-8278-DDF9BF659F87}" destId="{D0A279BF-9E31-4969-AE15-7CEB06865DF4}" srcOrd="0" destOrd="0" presId="urn:microsoft.com/office/officeart/2005/8/layout/process1"/>
    <dgm:cxn modelId="{A0207F68-6C75-4A7F-AA55-99DA509A359D}" type="presParOf" srcId="{BB309B5B-9FE5-4EE2-ACA7-59DA716FC39C}" destId="{C9FB99D8-7D9F-4570-BD88-84E46C18ED34}" srcOrd="2" destOrd="0" presId="urn:microsoft.com/office/officeart/2005/8/layout/process1"/>
    <dgm:cxn modelId="{78F1664A-FFD5-4E1D-AD6C-D1705C809F48}" type="presParOf" srcId="{BB309B5B-9FE5-4EE2-ACA7-59DA716FC39C}" destId="{A4E2095F-3FA3-43C2-888B-B890F5DF808C}" srcOrd="3" destOrd="0" presId="urn:microsoft.com/office/officeart/2005/8/layout/process1"/>
    <dgm:cxn modelId="{6290D20C-98BE-477A-AC42-D371ECD7D300}" type="presParOf" srcId="{A4E2095F-3FA3-43C2-888B-B890F5DF808C}" destId="{6045BEB5-DFE6-48B1-9427-C74D72BC680A}" srcOrd="0" destOrd="0" presId="urn:microsoft.com/office/officeart/2005/8/layout/process1"/>
    <dgm:cxn modelId="{B2976331-C7DF-49D9-B70D-6120DDE5FA87}" type="presParOf" srcId="{BB309B5B-9FE5-4EE2-ACA7-59DA716FC39C}" destId="{6DF724DD-354F-4DEB-8378-89C1110DBF80}" srcOrd="4" destOrd="0" presId="urn:microsoft.com/office/officeart/2005/8/layout/process1"/>
    <dgm:cxn modelId="{B98FCF06-1B17-4B6C-AECF-712F7DF80B2C}" type="presParOf" srcId="{BB309B5B-9FE5-4EE2-ACA7-59DA716FC39C}" destId="{F029F75C-556E-4C94-9200-434463885767}" srcOrd="5" destOrd="0" presId="urn:microsoft.com/office/officeart/2005/8/layout/process1"/>
    <dgm:cxn modelId="{601B4BF0-3AB0-437E-932A-92AE46CF6A25}" type="presParOf" srcId="{F029F75C-556E-4C94-9200-434463885767}" destId="{2E355FE2-CF4C-4B91-A3C9-3C146D27167E}" srcOrd="0" destOrd="0" presId="urn:microsoft.com/office/officeart/2005/8/layout/process1"/>
    <dgm:cxn modelId="{465F30F1-C39C-4E07-9900-AC5FB1D8EDCD}" type="presParOf" srcId="{BB309B5B-9FE5-4EE2-ACA7-59DA716FC39C}" destId="{BDA70FB3-401D-40AF-BDF8-516CB4996000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36AB4D-68B9-48A2-8150-4DDA94F9E141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2D0AF28-D0FA-4F65-B2F7-23AAEEEE0F94}">
      <dgm:prSet custT="1"/>
      <dgm:spPr/>
      <dgm:t>
        <a:bodyPr/>
        <a:lstStyle/>
        <a:p>
          <a:pPr algn="l"/>
          <a:r>
            <a:rPr lang="ja-JP" sz="3600" dirty="0"/>
            <a:t>福岡県の夜景スポット</a:t>
          </a:r>
          <a:r>
            <a:rPr lang="ja-JP" altLang="en-US" sz="3600" dirty="0"/>
            <a:t>を</a:t>
          </a:r>
          <a:r>
            <a:rPr lang="ja-JP" sz="3600" dirty="0"/>
            <a:t>エリアごとに</a:t>
          </a:r>
          <a:r>
            <a:rPr lang="ja-JP" altLang="en-US" sz="3600" dirty="0"/>
            <a:t>　</a:t>
          </a:r>
          <a:r>
            <a:rPr lang="ja-JP" sz="3600" dirty="0"/>
            <a:t>紹介し、観光やドライブ、デートなどで訪れるきっかけとなるWebサイトを制作することを目的としています。</a:t>
          </a:r>
          <a:endParaRPr lang="en-US" sz="3600" dirty="0"/>
        </a:p>
      </dgm:t>
    </dgm:pt>
    <dgm:pt modelId="{4B84B4DB-380C-4981-A74E-F50124B68B1F}" type="parTrans" cxnId="{DB6B11AB-7A3D-4C5F-9973-C80F8319E836}">
      <dgm:prSet/>
      <dgm:spPr/>
      <dgm:t>
        <a:bodyPr/>
        <a:lstStyle/>
        <a:p>
          <a:endParaRPr lang="en-US" sz="3600"/>
        </a:p>
      </dgm:t>
    </dgm:pt>
    <dgm:pt modelId="{8A3CF4E5-3706-415E-9D31-BFE21C2F1426}" type="sibTrans" cxnId="{DB6B11AB-7A3D-4C5F-9973-C80F8319E836}">
      <dgm:prSet/>
      <dgm:spPr/>
      <dgm:t>
        <a:bodyPr/>
        <a:lstStyle/>
        <a:p>
          <a:endParaRPr lang="en-US" sz="3600"/>
        </a:p>
      </dgm:t>
    </dgm:pt>
    <dgm:pt modelId="{FAF3DC12-E2A9-4756-B3F3-05EF6EEEFCB2}" type="pres">
      <dgm:prSet presAssocID="{BF36AB4D-68B9-48A2-8150-4DDA94F9E14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59CBDA7-93F3-46EA-A1C6-77D3D8338590}" type="pres">
      <dgm:prSet presAssocID="{32D0AF28-D0FA-4F65-B2F7-23AAEEEE0F94}" presName="root" presStyleCnt="0"/>
      <dgm:spPr/>
    </dgm:pt>
    <dgm:pt modelId="{43B10BFC-DB0B-45B8-A90D-8E123D3939B8}" type="pres">
      <dgm:prSet presAssocID="{32D0AF28-D0FA-4F65-B2F7-23AAEEEE0F94}" presName="rootComposite" presStyleCnt="0"/>
      <dgm:spPr/>
    </dgm:pt>
    <dgm:pt modelId="{C0F6B9BB-A39E-4A6E-A407-173B59A17A04}" type="pres">
      <dgm:prSet presAssocID="{32D0AF28-D0FA-4F65-B2F7-23AAEEEE0F94}" presName="rootText" presStyleLbl="node1" presStyleIdx="0" presStyleCnt="1" custScaleX="120755" custScaleY="146574"/>
      <dgm:spPr/>
    </dgm:pt>
    <dgm:pt modelId="{31C5EF23-1F2D-491E-9123-C2BC704F9FCD}" type="pres">
      <dgm:prSet presAssocID="{32D0AF28-D0FA-4F65-B2F7-23AAEEEE0F94}" presName="rootConnector" presStyleLbl="node1" presStyleIdx="0" presStyleCnt="1"/>
      <dgm:spPr/>
    </dgm:pt>
    <dgm:pt modelId="{02692D66-F959-45E2-8D08-421BB6C66BBA}" type="pres">
      <dgm:prSet presAssocID="{32D0AF28-D0FA-4F65-B2F7-23AAEEEE0F94}" presName="childShape" presStyleCnt="0"/>
      <dgm:spPr/>
    </dgm:pt>
  </dgm:ptLst>
  <dgm:cxnLst>
    <dgm:cxn modelId="{A9B7A16D-BE2F-4169-9DAC-84DBFC03DD71}" type="presOf" srcId="{32D0AF28-D0FA-4F65-B2F7-23AAEEEE0F94}" destId="{C0F6B9BB-A39E-4A6E-A407-173B59A17A04}" srcOrd="0" destOrd="0" presId="urn:microsoft.com/office/officeart/2005/8/layout/hierarchy3"/>
    <dgm:cxn modelId="{0B0EFD81-E514-473F-B2D1-192B85A36356}" type="presOf" srcId="{BF36AB4D-68B9-48A2-8150-4DDA94F9E141}" destId="{FAF3DC12-E2A9-4756-B3F3-05EF6EEEFCB2}" srcOrd="0" destOrd="0" presId="urn:microsoft.com/office/officeart/2005/8/layout/hierarchy3"/>
    <dgm:cxn modelId="{DB6B11AB-7A3D-4C5F-9973-C80F8319E836}" srcId="{BF36AB4D-68B9-48A2-8150-4DDA94F9E141}" destId="{32D0AF28-D0FA-4F65-B2F7-23AAEEEE0F94}" srcOrd="0" destOrd="0" parTransId="{4B84B4DB-380C-4981-A74E-F50124B68B1F}" sibTransId="{8A3CF4E5-3706-415E-9D31-BFE21C2F1426}"/>
    <dgm:cxn modelId="{DB2A6EB7-B0D3-46B9-A1D0-0D7BD1C442E9}" type="presOf" srcId="{32D0AF28-D0FA-4F65-B2F7-23AAEEEE0F94}" destId="{31C5EF23-1F2D-491E-9123-C2BC704F9FCD}" srcOrd="1" destOrd="0" presId="urn:microsoft.com/office/officeart/2005/8/layout/hierarchy3"/>
    <dgm:cxn modelId="{6CC1258A-8F60-4B09-846C-429D5FFB2AEF}" type="presParOf" srcId="{FAF3DC12-E2A9-4756-B3F3-05EF6EEEFCB2}" destId="{C59CBDA7-93F3-46EA-A1C6-77D3D8338590}" srcOrd="0" destOrd="0" presId="urn:microsoft.com/office/officeart/2005/8/layout/hierarchy3"/>
    <dgm:cxn modelId="{9BA11A1D-DF67-4159-8CF8-354D46AB6C96}" type="presParOf" srcId="{C59CBDA7-93F3-46EA-A1C6-77D3D8338590}" destId="{43B10BFC-DB0B-45B8-A90D-8E123D3939B8}" srcOrd="0" destOrd="0" presId="urn:microsoft.com/office/officeart/2005/8/layout/hierarchy3"/>
    <dgm:cxn modelId="{BB43D6DC-3089-4A3E-9B11-53EE9C64F8F7}" type="presParOf" srcId="{43B10BFC-DB0B-45B8-A90D-8E123D3939B8}" destId="{C0F6B9BB-A39E-4A6E-A407-173B59A17A04}" srcOrd="0" destOrd="0" presId="urn:microsoft.com/office/officeart/2005/8/layout/hierarchy3"/>
    <dgm:cxn modelId="{C311AD98-BB8F-4529-9157-D9C48B536C19}" type="presParOf" srcId="{43B10BFC-DB0B-45B8-A90D-8E123D3939B8}" destId="{31C5EF23-1F2D-491E-9123-C2BC704F9FCD}" srcOrd="1" destOrd="0" presId="urn:microsoft.com/office/officeart/2005/8/layout/hierarchy3"/>
    <dgm:cxn modelId="{D72F239D-CCAD-4088-96F0-7F8508DCB175}" type="presParOf" srcId="{C59CBDA7-93F3-46EA-A1C6-77D3D8338590}" destId="{02692D66-F959-45E2-8D08-421BB6C66BBA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801ED2-88F9-40E5-A2EF-B166A14409F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44A15A8-4D7E-4D5E-8958-9F7BE1A211EE}">
      <dgm:prSet/>
      <dgm:spPr/>
      <dgm:t>
        <a:bodyPr/>
        <a:lstStyle/>
        <a:p>
          <a:r>
            <a:rPr lang="ja-JP"/>
            <a:t>トップページ </a:t>
          </a:r>
          <a:r>
            <a:rPr lang="en-US"/>
            <a:t>(HOME)</a:t>
          </a:r>
        </a:p>
      </dgm:t>
    </dgm:pt>
    <dgm:pt modelId="{6748C73D-02A5-4D8B-9A93-D13B70D781E7}" type="parTrans" cxnId="{CC797F24-57E7-4730-B50A-61D90B14378B}">
      <dgm:prSet/>
      <dgm:spPr/>
      <dgm:t>
        <a:bodyPr/>
        <a:lstStyle/>
        <a:p>
          <a:endParaRPr lang="en-US"/>
        </a:p>
      </dgm:t>
    </dgm:pt>
    <dgm:pt modelId="{5F777788-6B09-4158-A678-AA5B7DAB8475}" type="sibTrans" cxnId="{CC797F24-57E7-4730-B50A-61D90B14378B}">
      <dgm:prSet/>
      <dgm:spPr/>
      <dgm:t>
        <a:bodyPr/>
        <a:lstStyle/>
        <a:p>
          <a:endParaRPr lang="en-US"/>
        </a:p>
      </dgm:t>
    </dgm:pt>
    <dgm:pt modelId="{7D35E113-47B4-4232-B871-D957DCA34083}">
      <dgm:prSet/>
      <dgm:spPr/>
      <dgm:t>
        <a:bodyPr/>
        <a:lstStyle/>
        <a:p>
          <a:r>
            <a:rPr lang="ja-JP"/>
            <a:t>福岡市・近郊エリア</a:t>
          </a:r>
          <a:endParaRPr lang="en-US"/>
        </a:p>
      </dgm:t>
    </dgm:pt>
    <dgm:pt modelId="{6A372481-EC2E-4078-BEBB-7667205428A8}" type="parTrans" cxnId="{17AF21CC-D8FD-46B9-B6F4-D9F2681D274A}">
      <dgm:prSet/>
      <dgm:spPr/>
      <dgm:t>
        <a:bodyPr/>
        <a:lstStyle/>
        <a:p>
          <a:endParaRPr lang="en-US"/>
        </a:p>
      </dgm:t>
    </dgm:pt>
    <dgm:pt modelId="{F13F07F3-8717-4192-9F51-0FD894EA7BF2}" type="sibTrans" cxnId="{17AF21CC-D8FD-46B9-B6F4-D9F2681D274A}">
      <dgm:prSet/>
      <dgm:spPr/>
      <dgm:t>
        <a:bodyPr/>
        <a:lstStyle/>
        <a:p>
          <a:endParaRPr lang="en-US"/>
        </a:p>
      </dgm:t>
    </dgm:pt>
    <dgm:pt modelId="{C299351A-B55A-402C-9978-936E9782AE81}">
      <dgm:prSet/>
      <dgm:spPr/>
      <dgm:t>
        <a:bodyPr/>
        <a:lstStyle/>
        <a:p>
          <a:r>
            <a:rPr lang="ja-JP"/>
            <a:t>筑紫・筑後エリア</a:t>
          </a:r>
          <a:endParaRPr lang="en-US"/>
        </a:p>
      </dgm:t>
    </dgm:pt>
    <dgm:pt modelId="{A105E4AB-4886-46D3-8246-330505894DBD}" type="parTrans" cxnId="{1CA947C6-257A-44EE-BF07-DC4E11791228}">
      <dgm:prSet/>
      <dgm:spPr/>
      <dgm:t>
        <a:bodyPr/>
        <a:lstStyle/>
        <a:p>
          <a:endParaRPr lang="en-US"/>
        </a:p>
      </dgm:t>
    </dgm:pt>
    <dgm:pt modelId="{8CE689A8-9C16-4E25-888B-04B8D75CC968}" type="sibTrans" cxnId="{1CA947C6-257A-44EE-BF07-DC4E11791228}">
      <dgm:prSet/>
      <dgm:spPr/>
      <dgm:t>
        <a:bodyPr/>
        <a:lstStyle/>
        <a:p>
          <a:endParaRPr lang="en-US"/>
        </a:p>
      </dgm:t>
    </dgm:pt>
    <dgm:pt modelId="{AEC4C6CB-CD88-4C5A-BCC3-C5A0BE1C1C41}">
      <dgm:prSet/>
      <dgm:spPr/>
      <dgm:t>
        <a:bodyPr/>
        <a:lstStyle/>
        <a:p>
          <a:r>
            <a:rPr lang="ja-JP"/>
            <a:t>北九州エリア</a:t>
          </a:r>
          <a:endParaRPr lang="en-US"/>
        </a:p>
      </dgm:t>
    </dgm:pt>
    <dgm:pt modelId="{8DC154FC-37FF-4A81-9EAF-A94F1C8924F1}" type="parTrans" cxnId="{845B9B48-6C0D-443D-97E5-0DB3B6B79D5B}">
      <dgm:prSet/>
      <dgm:spPr/>
      <dgm:t>
        <a:bodyPr/>
        <a:lstStyle/>
        <a:p>
          <a:endParaRPr lang="en-US"/>
        </a:p>
      </dgm:t>
    </dgm:pt>
    <dgm:pt modelId="{C62B3353-1C5F-4F2D-BB18-7B7FD00791D9}" type="sibTrans" cxnId="{845B9B48-6C0D-443D-97E5-0DB3B6B79D5B}">
      <dgm:prSet/>
      <dgm:spPr/>
      <dgm:t>
        <a:bodyPr/>
        <a:lstStyle/>
        <a:p>
          <a:endParaRPr lang="en-US"/>
        </a:p>
      </dgm:t>
    </dgm:pt>
    <dgm:pt modelId="{DED5BF79-D7FB-476E-B15D-93C618EFC4E3}" type="pres">
      <dgm:prSet presAssocID="{8C801ED2-88F9-40E5-A2EF-B166A14409F3}" presName="linear" presStyleCnt="0">
        <dgm:presLayoutVars>
          <dgm:animLvl val="lvl"/>
          <dgm:resizeHandles val="exact"/>
        </dgm:presLayoutVars>
      </dgm:prSet>
      <dgm:spPr/>
    </dgm:pt>
    <dgm:pt modelId="{D27A9491-1647-4022-A349-5311FE84A378}" type="pres">
      <dgm:prSet presAssocID="{D44A15A8-4D7E-4D5E-8958-9F7BE1A211E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1F74F79-C5FF-40E2-8A56-BFECA8891905}" type="pres">
      <dgm:prSet presAssocID="{5F777788-6B09-4158-A678-AA5B7DAB8475}" presName="spacer" presStyleCnt="0"/>
      <dgm:spPr/>
    </dgm:pt>
    <dgm:pt modelId="{FB10E1EB-ED69-4FAC-83CE-B5634D1C42FF}" type="pres">
      <dgm:prSet presAssocID="{7D35E113-47B4-4232-B871-D957DCA3408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DC40D20-892C-4600-AA17-D9A3398AA692}" type="pres">
      <dgm:prSet presAssocID="{F13F07F3-8717-4192-9F51-0FD894EA7BF2}" presName="spacer" presStyleCnt="0"/>
      <dgm:spPr/>
    </dgm:pt>
    <dgm:pt modelId="{0ABD9633-8ED1-4D20-99BD-F7794415541F}" type="pres">
      <dgm:prSet presAssocID="{C299351A-B55A-402C-9978-936E9782AE8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39D1B94-A5EC-4C78-AA12-01DD3EF2AF7D}" type="pres">
      <dgm:prSet presAssocID="{8CE689A8-9C16-4E25-888B-04B8D75CC968}" presName="spacer" presStyleCnt="0"/>
      <dgm:spPr/>
    </dgm:pt>
    <dgm:pt modelId="{BD56CA92-015D-4AC5-B562-0675927A8697}" type="pres">
      <dgm:prSet presAssocID="{AEC4C6CB-CD88-4C5A-BCC3-C5A0BE1C1C4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C797F24-57E7-4730-B50A-61D90B14378B}" srcId="{8C801ED2-88F9-40E5-A2EF-B166A14409F3}" destId="{D44A15A8-4D7E-4D5E-8958-9F7BE1A211EE}" srcOrd="0" destOrd="0" parTransId="{6748C73D-02A5-4D8B-9A93-D13B70D781E7}" sibTransId="{5F777788-6B09-4158-A678-AA5B7DAB8475}"/>
    <dgm:cxn modelId="{3B41E747-DFC3-4537-AC79-2FDB19537D21}" type="presOf" srcId="{D44A15A8-4D7E-4D5E-8958-9F7BE1A211EE}" destId="{D27A9491-1647-4022-A349-5311FE84A378}" srcOrd="0" destOrd="0" presId="urn:microsoft.com/office/officeart/2005/8/layout/vList2"/>
    <dgm:cxn modelId="{845B9B48-6C0D-443D-97E5-0DB3B6B79D5B}" srcId="{8C801ED2-88F9-40E5-A2EF-B166A14409F3}" destId="{AEC4C6CB-CD88-4C5A-BCC3-C5A0BE1C1C41}" srcOrd="3" destOrd="0" parTransId="{8DC154FC-37FF-4A81-9EAF-A94F1C8924F1}" sibTransId="{C62B3353-1C5F-4F2D-BB18-7B7FD00791D9}"/>
    <dgm:cxn modelId="{5D518953-A320-4AA9-9DC3-79794E463A70}" type="presOf" srcId="{C299351A-B55A-402C-9978-936E9782AE81}" destId="{0ABD9633-8ED1-4D20-99BD-F7794415541F}" srcOrd="0" destOrd="0" presId="urn:microsoft.com/office/officeart/2005/8/layout/vList2"/>
    <dgm:cxn modelId="{A6D3EF77-E212-49BF-A86B-5C4CDAACEC8A}" type="presOf" srcId="{8C801ED2-88F9-40E5-A2EF-B166A14409F3}" destId="{DED5BF79-D7FB-476E-B15D-93C618EFC4E3}" srcOrd="0" destOrd="0" presId="urn:microsoft.com/office/officeart/2005/8/layout/vList2"/>
    <dgm:cxn modelId="{19A3965A-523B-4DD3-BF4D-0B8A75EE5444}" type="presOf" srcId="{AEC4C6CB-CD88-4C5A-BCC3-C5A0BE1C1C41}" destId="{BD56CA92-015D-4AC5-B562-0675927A8697}" srcOrd="0" destOrd="0" presId="urn:microsoft.com/office/officeart/2005/8/layout/vList2"/>
    <dgm:cxn modelId="{1CA947C6-257A-44EE-BF07-DC4E11791228}" srcId="{8C801ED2-88F9-40E5-A2EF-B166A14409F3}" destId="{C299351A-B55A-402C-9978-936E9782AE81}" srcOrd="2" destOrd="0" parTransId="{A105E4AB-4886-46D3-8246-330505894DBD}" sibTransId="{8CE689A8-9C16-4E25-888B-04B8D75CC968}"/>
    <dgm:cxn modelId="{17AF21CC-D8FD-46B9-B6F4-D9F2681D274A}" srcId="{8C801ED2-88F9-40E5-A2EF-B166A14409F3}" destId="{7D35E113-47B4-4232-B871-D957DCA34083}" srcOrd="1" destOrd="0" parTransId="{6A372481-EC2E-4078-BEBB-7667205428A8}" sibTransId="{F13F07F3-8717-4192-9F51-0FD894EA7BF2}"/>
    <dgm:cxn modelId="{F85E71F5-CA4A-464B-8EC4-CC167A5B4788}" type="presOf" srcId="{7D35E113-47B4-4232-B871-D957DCA34083}" destId="{FB10E1EB-ED69-4FAC-83CE-B5634D1C42FF}" srcOrd="0" destOrd="0" presId="urn:microsoft.com/office/officeart/2005/8/layout/vList2"/>
    <dgm:cxn modelId="{AD960F62-E8AF-4EC6-8883-6ADCB69BD53E}" type="presParOf" srcId="{DED5BF79-D7FB-476E-B15D-93C618EFC4E3}" destId="{D27A9491-1647-4022-A349-5311FE84A378}" srcOrd="0" destOrd="0" presId="urn:microsoft.com/office/officeart/2005/8/layout/vList2"/>
    <dgm:cxn modelId="{7E13DC8F-6F0F-4124-B74C-E16847EB3C75}" type="presParOf" srcId="{DED5BF79-D7FB-476E-B15D-93C618EFC4E3}" destId="{81F74F79-C5FF-40E2-8A56-BFECA8891905}" srcOrd="1" destOrd="0" presId="urn:microsoft.com/office/officeart/2005/8/layout/vList2"/>
    <dgm:cxn modelId="{B59EA12E-1120-4071-833E-C61076B6B272}" type="presParOf" srcId="{DED5BF79-D7FB-476E-B15D-93C618EFC4E3}" destId="{FB10E1EB-ED69-4FAC-83CE-B5634D1C42FF}" srcOrd="2" destOrd="0" presId="urn:microsoft.com/office/officeart/2005/8/layout/vList2"/>
    <dgm:cxn modelId="{A660CAD4-2CB0-423B-8BE4-9F23019F9C2D}" type="presParOf" srcId="{DED5BF79-D7FB-476E-B15D-93C618EFC4E3}" destId="{3DC40D20-892C-4600-AA17-D9A3398AA692}" srcOrd="3" destOrd="0" presId="urn:microsoft.com/office/officeart/2005/8/layout/vList2"/>
    <dgm:cxn modelId="{28D58EF9-6B13-4EF7-9F3F-F11571A91EBB}" type="presParOf" srcId="{DED5BF79-D7FB-476E-B15D-93C618EFC4E3}" destId="{0ABD9633-8ED1-4D20-99BD-F7794415541F}" srcOrd="4" destOrd="0" presId="urn:microsoft.com/office/officeart/2005/8/layout/vList2"/>
    <dgm:cxn modelId="{907940B6-6101-4E97-9FFD-6EC8DFDDCFB1}" type="presParOf" srcId="{DED5BF79-D7FB-476E-B15D-93C618EFC4E3}" destId="{339D1B94-A5EC-4C78-AA12-01DD3EF2AF7D}" srcOrd="5" destOrd="0" presId="urn:microsoft.com/office/officeart/2005/8/layout/vList2"/>
    <dgm:cxn modelId="{E7673890-3AF3-4B24-B24A-029A47800A4B}" type="presParOf" srcId="{DED5BF79-D7FB-476E-B15D-93C618EFC4E3}" destId="{BD56CA92-015D-4AC5-B562-0675927A869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801ED2-88F9-40E5-A2EF-B166A14409F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EC4C6CB-CD88-4C5A-BCC3-C5A0BE1C1C41}">
      <dgm:prSet/>
      <dgm:spPr/>
      <dgm:t>
        <a:bodyPr/>
        <a:lstStyle/>
        <a:p>
          <a:r>
            <a:rPr lang="ja-JP" altLang="en-US" dirty="0"/>
            <a:t>皿倉山</a:t>
          </a:r>
          <a:endParaRPr lang="en-US" dirty="0"/>
        </a:p>
      </dgm:t>
    </dgm:pt>
    <dgm:pt modelId="{8DC154FC-37FF-4A81-9EAF-A94F1C8924F1}" type="parTrans" cxnId="{845B9B48-6C0D-443D-97E5-0DB3B6B79D5B}">
      <dgm:prSet/>
      <dgm:spPr/>
      <dgm:t>
        <a:bodyPr/>
        <a:lstStyle/>
        <a:p>
          <a:endParaRPr lang="en-US"/>
        </a:p>
      </dgm:t>
    </dgm:pt>
    <dgm:pt modelId="{C62B3353-1C5F-4F2D-BB18-7B7FD00791D9}" type="sibTrans" cxnId="{845B9B48-6C0D-443D-97E5-0DB3B6B79D5B}">
      <dgm:prSet/>
      <dgm:spPr/>
      <dgm:t>
        <a:bodyPr/>
        <a:lstStyle/>
        <a:p>
          <a:endParaRPr lang="en-US"/>
        </a:p>
      </dgm:t>
    </dgm:pt>
    <dgm:pt modelId="{2EC38DB5-44ED-411C-9BBD-93D4E19C83E5}">
      <dgm:prSet/>
      <dgm:spPr/>
      <dgm:t>
        <a:bodyPr/>
        <a:lstStyle/>
        <a:p>
          <a:r>
            <a:rPr lang="ja-JP" dirty="0"/>
            <a:t>星野村 </a:t>
          </a:r>
          <a:endParaRPr kumimoji="1" lang="ja-JP" altLang="en-US" dirty="0"/>
        </a:p>
      </dgm:t>
    </dgm:pt>
    <dgm:pt modelId="{1D6F5D7D-85FF-4BF7-AAA4-E413B2526BB9}" type="parTrans" cxnId="{2F6469F0-4A0E-42A3-95F2-39ACDA56DEBE}">
      <dgm:prSet/>
      <dgm:spPr/>
      <dgm:t>
        <a:bodyPr/>
        <a:lstStyle/>
        <a:p>
          <a:endParaRPr kumimoji="1" lang="ja-JP" altLang="en-US"/>
        </a:p>
      </dgm:t>
    </dgm:pt>
    <dgm:pt modelId="{24413E46-EA5C-405F-975B-82A615255774}" type="sibTrans" cxnId="{2F6469F0-4A0E-42A3-95F2-39ACDA56DEBE}">
      <dgm:prSet/>
      <dgm:spPr/>
      <dgm:t>
        <a:bodyPr/>
        <a:lstStyle/>
        <a:p>
          <a:endParaRPr kumimoji="1" lang="ja-JP" altLang="en-US"/>
        </a:p>
      </dgm:t>
    </dgm:pt>
    <dgm:pt modelId="{7D35E113-47B4-4232-B871-D957DCA34083}">
      <dgm:prSet/>
      <dgm:spPr/>
      <dgm:t>
        <a:bodyPr/>
        <a:lstStyle/>
        <a:p>
          <a:r>
            <a:rPr lang="ja-JP" dirty="0"/>
            <a:t>油山 </a:t>
          </a:r>
          <a:endParaRPr lang="en-US" dirty="0"/>
        </a:p>
      </dgm:t>
    </dgm:pt>
    <dgm:pt modelId="{F13F07F3-8717-4192-9F51-0FD894EA7BF2}" type="sibTrans" cxnId="{17AF21CC-D8FD-46B9-B6F4-D9F2681D274A}">
      <dgm:prSet/>
      <dgm:spPr/>
      <dgm:t>
        <a:bodyPr/>
        <a:lstStyle/>
        <a:p>
          <a:endParaRPr lang="en-US"/>
        </a:p>
      </dgm:t>
    </dgm:pt>
    <dgm:pt modelId="{6A372481-EC2E-4078-BEBB-7667205428A8}" type="parTrans" cxnId="{17AF21CC-D8FD-46B9-B6F4-D9F2681D274A}">
      <dgm:prSet/>
      <dgm:spPr/>
      <dgm:t>
        <a:bodyPr/>
        <a:lstStyle/>
        <a:p>
          <a:endParaRPr lang="en-US"/>
        </a:p>
      </dgm:t>
    </dgm:pt>
    <dgm:pt modelId="{0AFBBC78-51B9-46B1-BACC-07DA3E19E596}">
      <dgm:prSet/>
      <dgm:spPr/>
      <dgm:t>
        <a:bodyPr/>
        <a:lstStyle/>
        <a:p>
          <a:pPr>
            <a:buNone/>
          </a:pPr>
          <a:r>
            <a:rPr lang="ja-JP" altLang="en-US" dirty="0"/>
            <a:t>夜景人気ランキング</a:t>
          </a:r>
          <a:r>
            <a:rPr lang="ja-JP" dirty="0"/>
            <a:t> </a:t>
          </a:r>
          <a:endParaRPr lang="en-US" altLang="ja-JP" dirty="0"/>
        </a:p>
      </dgm:t>
    </dgm:pt>
    <dgm:pt modelId="{39410DC5-FF58-41DA-B23B-3958571B207B}" type="sibTrans" cxnId="{1174F396-4E66-4CF6-BBD5-E5F6B6BF1224}">
      <dgm:prSet/>
      <dgm:spPr/>
      <dgm:t>
        <a:bodyPr/>
        <a:lstStyle/>
        <a:p>
          <a:endParaRPr kumimoji="1" lang="ja-JP" altLang="en-US"/>
        </a:p>
      </dgm:t>
    </dgm:pt>
    <dgm:pt modelId="{DD81A28B-983F-4F8D-AEA2-119C5E0330F1}" type="parTrans" cxnId="{1174F396-4E66-4CF6-BBD5-E5F6B6BF1224}">
      <dgm:prSet/>
      <dgm:spPr/>
      <dgm:t>
        <a:bodyPr/>
        <a:lstStyle/>
        <a:p>
          <a:endParaRPr kumimoji="1" lang="ja-JP" altLang="en-US"/>
        </a:p>
      </dgm:t>
    </dgm:pt>
    <dgm:pt modelId="{DED5BF79-D7FB-476E-B15D-93C618EFC4E3}" type="pres">
      <dgm:prSet presAssocID="{8C801ED2-88F9-40E5-A2EF-B166A14409F3}" presName="linear" presStyleCnt="0">
        <dgm:presLayoutVars>
          <dgm:animLvl val="lvl"/>
          <dgm:resizeHandles val="exact"/>
        </dgm:presLayoutVars>
      </dgm:prSet>
      <dgm:spPr/>
    </dgm:pt>
    <dgm:pt modelId="{43FC0598-9AF0-47A5-BAEE-584E4181E74C}" type="pres">
      <dgm:prSet presAssocID="{0AFBBC78-51B9-46B1-BACC-07DA3E19E59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74B95D0-4B28-40E6-A5A5-4BD7B4368A41}" type="pres">
      <dgm:prSet presAssocID="{39410DC5-FF58-41DA-B23B-3958571B207B}" presName="spacer" presStyleCnt="0"/>
      <dgm:spPr/>
    </dgm:pt>
    <dgm:pt modelId="{FB10E1EB-ED69-4FAC-83CE-B5634D1C42FF}" type="pres">
      <dgm:prSet presAssocID="{7D35E113-47B4-4232-B871-D957DCA3408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DC40D20-892C-4600-AA17-D9A3398AA692}" type="pres">
      <dgm:prSet presAssocID="{F13F07F3-8717-4192-9F51-0FD894EA7BF2}" presName="spacer" presStyleCnt="0"/>
      <dgm:spPr/>
    </dgm:pt>
    <dgm:pt modelId="{55313E15-881D-4D9D-9908-B6EC10BD2928}" type="pres">
      <dgm:prSet presAssocID="{2EC38DB5-44ED-411C-9BBD-93D4E19C83E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4BC9466-AE6C-43EB-A089-571477F9B14E}" type="pres">
      <dgm:prSet presAssocID="{24413E46-EA5C-405F-975B-82A615255774}" presName="spacer" presStyleCnt="0"/>
      <dgm:spPr/>
    </dgm:pt>
    <dgm:pt modelId="{BD56CA92-015D-4AC5-B562-0675927A8697}" type="pres">
      <dgm:prSet presAssocID="{AEC4C6CB-CD88-4C5A-BCC3-C5A0BE1C1C4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835D365-305A-494B-BFE3-5FF18E8236AB}" type="presOf" srcId="{0AFBBC78-51B9-46B1-BACC-07DA3E19E596}" destId="{43FC0598-9AF0-47A5-BAEE-584E4181E74C}" srcOrd="0" destOrd="0" presId="urn:microsoft.com/office/officeart/2005/8/layout/vList2"/>
    <dgm:cxn modelId="{845B9B48-6C0D-443D-97E5-0DB3B6B79D5B}" srcId="{8C801ED2-88F9-40E5-A2EF-B166A14409F3}" destId="{AEC4C6CB-CD88-4C5A-BCC3-C5A0BE1C1C41}" srcOrd="3" destOrd="0" parTransId="{8DC154FC-37FF-4A81-9EAF-A94F1C8924F1}" sibTransId="{C62B3353-1C5F-4F2D-BB18-7B7FD00791D9}"/>
    <dgm:cxn modelId="{A6D3EF77-E212-49BF-A86B-5C4CDAACEC8A}" type="presOf" srcId="{8C801ED2-88F9-40E5-A2EF-B166A14409F3}" destId="{DED5BF79-D7FB-476E-B15D-93C618EFC4E3}" srcOrd="0" destOrd="0" presId="urn:microsoft.com/office/officeart/2005/8/layout/vList2"/>
    <dgm:cxn modelId="{19A3965A-523B-4DD3-BF4D-0B8A75EE5444}" type="presOf" srcId="{AEC4C6CB-CD88-4C5A-BCC3-C5A0BE1C1C41}" destId="{BD56CA92-015D-4AC5-B562-0675927A8697}" srcOrd="0" destOrd="0" presId="urn:microsoft.com/office/officeart/2005/8/layout/vList2"/>
    <dgm:cxn modelId="{1174F396-4E66-4CF6-BBD5-E5F6B6BF1224}" srcId="{8C801ED2-88F9-40E5-A2EF-B166A14409F3}" destId="{0AFBBC78-51B9-46B1-BACC-07DA3E19E596}" srcOrd="0" destOrd="0" parTransId="{DD81A28B-983F-4F8D-AEA2-119C5E0330F1}" sibTransId="{39410DC5-FF58-41DA-B23B-3958571B207B}"/>
    <dgm:cxn modelId="{77ECBFBB-88C5-4B55-9A12-C44F65EE451C}" type="presOf" srcId="{2EC38DB5-44ED-411C-9BBD-93D4E19C83E5}" destId="{55313E15-881D-4D9D-9908-B6EC10BD2928}" srcOrd="0" destOrd="0" presId="urn:microsoft.com/office/officeart/2005/8/layout/vList2"/>
    <dgm:cxn modelId="{17AF21CC-D8FD-46B9-B6F4-D9F2681D274A}" srcId="{8C801ED2-88F9-40E5-A2EF-B166A14409F3}" destId="{7D35E113-47B4-4232-B871-D957DCA34083}" srcOrd="1" destOrd="0" parTransId="{6A372481-EC2E-4078-BEBB-7667205428A8}" sibTransId="{F13F07F3-8717-4192-9F51-0FD894EA7BF2}"/>
    <dgm:cxn modelId="{2F6469F0-4A0E-42A3-95F2-39ACDA56DEBE}" srcId="{8C801ED2-88F9-40E5-A2EF-B166A14409F3}" destId="{2EC38DB5-44ED-411C-9BBD-93D4E19C83E5}" srcOrd="2" destOrd="0" parTransId="{1D6F5D7D-85FF-4BF7-AAA4-E413B2526BB9}" sibTransId="{24413E46-EA5C-405F-975B-82A615255774}"/>
    <dgm:cxn modelId="{F85E71F5-CA4A-464B-8EC4-CC167A5B4788}" type="presOf" srcId="{7D35E113-47B4-4232-B871-D957DCA34083}" destId="{FB10E1EB-ED69-4FAC-83CE-B5634D1C42FF}" srcOrd="0" destOrd="0" presId="urn:microsoft.com/office/officeart/2005/8/layout/vList2"/>
    <dgm:cxn modelId="{B48D165A-136D-4552-92C6-7DBF33F6C175}" type="presParOf" srcId="{DED5BF79-D7FB-476E-B15D-93C618EFC4E3}" destId="{43FC0598-9AF0-47A5-BAEE-584E4181E74C}" srcOrd="0" destOrd="0" presId="urn:microsoft.com/office/officeart/2005/8/layout/vList2"/>
    <dgm:cxn modelId="{2EDF76F1-EF0F-43B6-9CCB-1BB152261BC7}" type="presParOf" srcId="{DED5BF79-D7FB-476E-B15D-93C618EFC4E3}" destId="{374B95D0-4B28-40E6-A5A5-4BD7B4368A41}" srcOrd="1" destOrd="0" presId="urn:microsoft.com/office/officeart/2005/8/layout/vList2"/>
    <dgm:cxn modelId="{B59EA12E-1120-4071-833E-C61076B6B272}" type="presParOf" srcId="{DED5BF79-D7FB-476E-B15D-93C618EFC4E3}" destId="{FB10E1EB-ED69-4FAC-83CE-B5634D1C42FF}" srcOrd="2" destOrd="0" presId="urn:microsoft.com/office/officeart/2005/8/layout/vList2"/>
    <dgm:cxn modelId="{A660CAD4-2CB0-423B-8BE4-9F23019F9C2D}" type="presParOf" srcId="{DED5BF79-D7FB-476E-B15D-93C618EFC4E3}" destId="{3DC40D20-892C-4600-AA17-D9A3398AA692}" srcOrd="3" destOrd="0" presId="urn:microsoft.com/office/officeart/2005/8/layout/vList2"/>
    <dgm:cxn modelId="{4B3C2FBF-ECD0-4AEB-8AA6-B27DCE504FCC}" type="presParOf" srcId="{DED5BF79-D7FB-476E-B15D-93C618EFC4E3}" destId="{55313E15-881D-4D9D-9908-B6EC10BD2928}" srcOrd="4" destOrd="0" presId="urn:microsoft.com/office/officeart/2005/8/layout/vList2"/>
    <dgm:cxn modelId="{AEA4E765-34C0-405E-8EE9-0F9D45DCC19E}" type="presParOf" srcId="{DED5BF79-D7FB-476E-B15D-93C618EFC4E3}" destId="{14BC9466-AE6C-43EB-A089-571477F9B14E}" srcOrd="5" destOrd="0" presId="urn:microsoft.com/office/officeart/2005/8/layout/vList2"/>
    <dgm:cxn modelId="{E7673890-3AF3-4B24-B24A-029A47800A4B}" type="presParOf" srcId="{DED5BF79-D7FB-476E-B15D-93C618EFC4E3}" destId="{BD56CA92-015D-4AC5-B562-0675927A869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F36AB4D-68B9-48A2-8150-4DDA94F9E14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0835F68-70E5-40F9-9269-66989606866E}">
      <dgm:prSet/>
      <dgm:spPr/>
      <dgm:t>
        <a:bodyPr/>
        <a:lstStyle/>
        <a:p>
          <a:pPr>
            <a:buNone/>
          </a:pPr>
          <a:r>
            <a:rPr lang="ja-JP" dirty="0"/>
            <a:t>健康的な体になりたい</a:t>
          </a:r>
          <a:r>
            <a:rPr lang="ja-JP" altLang="en-US" dirty="0"/>
            <a:t>・</a:t>
          </a:r>
          <a:r>
            <a:rPr lang="ja-JP" dirty="0"/>
            <a:t>かっこよくなりたい・モテたいと思っている人に向けて、減量や筋力トレーニングの方法を分かりやすく紹介し、一歩踏み出すきっかけを提供することを目的としています。</a:t>
          </a:r>
          <a:endParaRPr lang="en-US" dirty="0"/>
        </a:p>
      </dgm:t>
    </dgm:pt>
    <dgm:pt modelId="{2E6F0A49-6E29-44FE-B2EB-9CA86E66B24C}" type="parTrans" cxnId="{0B4FAD78-FC92-4C7B-8A4F-E52D208D4D51}">
      <dgm:prSet/>
      <dgm:spPr/>
      <dgm:t>
        <a:bodyPr/>
        <a:lstStyle/>
        <a:p>
          <a:endParaRPr lang="en-US"/>
        </a:p>
      </dgm:t>
    </dgm:pt>
    <dgm:pt modelId="{C9E9004A-C84D-476D-99CE-F3912DD8F096}" type="sibTrans" cxnId="{0B4FAD78-FC92-4C7B-8A4F-E52D208D4D51}">
      <dgm:prSet/>
      <dgm:spPr/>
      <dgm:t>
        <a:bodyPr/>
        <a:lstStyle/>
        <a:p>
          <a:endParaRPr lang="en-US"/>
        </a:p>
      </dgm:t>
    </dgm:pt>
    <dgm:pt modelId="{59E3FFAE-0611-4528-AEAC-2D1EC6079493}" type="pres">
      <dgm:prSet presAssocID="{BF36AB4D-68B9-48A2-8150-4DDA94F9E141}" presName="linear" presStyleCnt="0">
        <dgm:presLayoutVars>
          <dgm:animLvl val="lvl"/>
          <dgm:resizeHandles val="exact"/>
        </dgm:presLayoutVars>
      </dgm:prSet>
      <dgm:spPr/>
    </dgm:pt>
    <dgm:pt modelId="{23AD429A-2CA8-43A8-B86C-C0E0C4C63593}" type="pres">
      <dgm:prSet presAssocID="{70835F68-70E5-40F9-9269-66989606866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B4FAD78-FC92-4C7B-8A4F-E52D208D4D51}" srcId="{BF36AB4D-68B9-48A2-8150-4DDA94F9E141}" destId="{70835F68-70E5-40F9-9269-66989606866E}" srcOrd="0" destOrd="0" parTransId="{2E6F0A49-6E29-44FE-B2EB-9CA86E66B24C}" sibTransId="{C9E9004A-C84D-476D-99CE-F3912DD8F096}"/>
    <dgm:cxn modelId="{7850E3AA-2F77-4CA9-BA41-9D0DD7F799F7}" type="presOf" srcId="{70835F68-70E5-40F9-9269-66989606866E}" destId="{23AD429A-2CA8-43A8-B86C-C0E0C4C63593}" srcOrd="0" destOrd="0" presId="urn:microsoft.com/office/officeart/2005/8/layout/vList2"/>
    <dgm:cxn modelId="{8A434EC4-F8ED-4457-A3CE-612196B426FF}" type="presOf" srcId="{BF36AB4D-68B9-48A2-8150-4DDA94F9E141}" destId="{59E3FFAE-0611-4528-AEAC-2D1EC6079493}" srcOrd="0" destOrd="0" presId="urn:microsoft.com/office/officeart/2005/8/layout/vList2"/>
    <dgm:cxn modelId="{A8E2A606-5109-446C-9ED0-A264D7CB7C87}" type="presParOf" srcId="{59E3FFAE-0611-4528-AEAC-2D1EC6079493}" destId="{23AD429A-2CA8-43A8-B86C-C0E0C4C6359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C801ED2-88F9-40E5-A2EF-B166A14409F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44A15A8-4D7E-4D5E-8958-9F7BE1A211EE}">
      <dgm:prSet/>
      <dgm:spPr/>
      <dgm:t>
        <a:bodyPr/>
        <a:lstStyle/>
        <a:p>
          <a:r>
            <a:rPr lang="ja-JP" altLang="en-US" dirty="0"/>
            <a:t>食事管理方法</a:t>
          </a:r>
          <a:endParaRPr lang="en-US" dirty="0"/>
        </a:p>
      </dgm:t>
    </dgm:pt>
    <dgm:pt modelId="{6748C73D-02A5-4D8B-9A93-D13B70D781E7}" type="parTrans" cxnId="{CC797F24-57E7-4730-B50A-61D90B14378B}">
      <dgm:prSet/>
      <dgm:spPr/>
      <dgm:t>
        <a:bodyPr/>
        <a:lstStyle/>
        <a:p>
          <a:endParaRPr lang="en-US"/>
        </a:p>
      </dgm:t>
    </dgm:pt>
    <dgm:pt modelId="{5F777788-6B09-4158-A678-AA5B7DAB8475}" type="sibTrans" cxnId="{CC797F24-57E7-4730-B50A-61D90B14378B}">
      <dgm:prSet/>
      <dgm:spPr/>
      <dgm:t>
        <a:bodyPr/>
        <a:lstStyle/>
        <a:p>
          <a:endParaRPr lang="en-US"/>
        </a:p>
      </dgm:t>
    </dgm:pt>
    <dgm:pt modelId="{7D35E113-47B4-4232-B871-D957DCA34083}">
      <dgm:prSet/>
      <dgm:spPr/>
      <dgm:t>
        <a:bodyPr/>
        <a:lstStyle/>
        <a:p>
          <a:r>
            <a:rPr lang="ja-JP" altLang="en-US" dirty="0"/>
            <a:t>食事内容</a:t>
          </a:r>
          <a:endParaRPr lang="en-US" dirty="0"/>
        </a:p>
      </dgm:t>
    </dgm:pt>
    <dgm:pt modelId="{6A372481-EC2E-4078-BEBB-7667205428A8}" type="parTrans" cxnId="{17AF21CC-D8FD-46B9-B6F4-D9F2681D274A}">
      <dgm:prSet/>
      <dgm:spPr/>
      <dgm:t>
        <a:bodyPr/>
        <a:lstStyle/>
        <a:p>
          <a:endParaRPr lang="en-US"/>
        </a:p>
      </dgm:t>
    </dgm:pt>
    <dgm:pt modelId="{F13F07F3-8717-4192-9F51-0FD894EA7BF2}" type="sibTrans" cxnId="{17AF21CC-D8FD-46B9-B6F4-D9F2681D274A}">
      <dgm:prSet/>
      <dgm:spPr/>
      <dgm:t>
        <a:bodyPr/>
        <a:lstStyle/>
        <a:p>
          <a:endParaRPr lang="en-US"/>
        </a:p>
      </dgm:t>
    </dgm:pt>
    <dgm:pt modelId="{C299351A-B55A-402C-9978-936E9782AE81}">
      <dgm:prSet/>
      <dgm:spPr/>
      <dgm:t>
        <a:bodyPr/>
        <a:lstStyle/>
        <a:p>
          <a:r>
            <a:rPr lang="ja-JP" altLang="en-US" dirty="0"/>
            <a:t>一日のスケジュール</a:t>
          </a:r>
          <a:endParaRPr lang="en-US" dirty="0"/>
        </a:p>
      </dgm:t>
    </dgm:pt>
    <dgm:pt modelId="{A105E4AB-4886-46D3-8246-330505894DBD}" type="parTrans" cxnId="{1CA947C6-257A-44EE-BF07-DC4E11791228}">
      <dgm:prSet/>
      <dgm:spPr/>
      <dgm:t>
        <a:bodyPr/>
        <a:lstStyle/>
        <a:p>
          <a:endParaRPr lang="en-US"/>
        </a:p>
      </dgm:t>
    </dgm:pt>
    <dgm:pt modelId="{8CE689A8-9C16-4E25-888B-04B8D75CC968}" type="sibTrans" cxnId="{1CA947C6-257A-44EE-BF07-DC4E11791228}">
      <dgm:prSet/>
      <dgm:spPr/>
      <dgm:t>
        <a:bodyPr/>
        <a:lstStyle/>
        <a:p>
          <a:endParaRPr lang="en-US"/>
        </a:p>
      </dgm:t>
    </dgm:pt>
    <dgm:pt modelId="{AEC4C6CB-CD88-4C5A-BCC3-C5A0BE1C1C41}">
      <dgm:prSet/>
      <dgm:spPr/>
      <dgm:t>
        <a:bodyPr/>
        <a:lstStyle/>
        <a:p>
          <a:r>
            <a:rPr lang="ja-JP" altLang="en-US" dirty="0"/>
            <a:t>運動内容</a:t>
          </a:r>
          <a:endParaRPr lang="en-US" dirty="0"/>
        </a:p>
      </dgm:t>
    </dgm:pt>
    <dgm:pt modelId="{8DC154FC-37FF-4A81-9EAF-A94F1C8924F1}" type="parTrans" cxnId="{845B9B48-6C0D-443D-97E5-0DB3B6B79D5B}">
      <dgm:prSet/>
      <dgm:spPr/>
      <dgm:t>
        <a:bodyPr/>
        <a:lstStyle/>
        <a:p>
          <a:endParaRPr lang="en-US"/>
        </a:p>
      </dgm:t>
    </dgm:pt>
    <dgm:pt modelId="{C62B3353-1C5F-4F2D-BB18-7B7FD00791D9}" type="sibTrans" cxnId="{845B9B48-6C0D-443D-97E5-0DB3B6B79D5B}">
      <dgm:prSet/>
      <dgm:spPr/>
      <dgm:t>
        <a:bodyPr/>
        <a:lstStyle/>
        <a:p>
          <a:endParaRPr lang="en-US"/>
        </a:p>
      </dgm:t>
    </dgm:pt>
    <dgm:pt modelId="{DED5BF79-D7FB-476E-B15D-93C618EFC4E3}" type="pres">
      <dgm:prSet presAssocID="{8C801ED2-88F9-40E5-A2EF-B166A14409F3}" presName="linear" presStyleCnt="0">
        <dgm:presLayoutVars>
          <dgm:animLvl val="lvl"/>
          <dgm:resizeHandles val="exact"/>
        </dgm:presLayoutVars>
      </dgm:prSet>
      <dgm:spPr/>
    </dgm:pt>
    <dgm:pt modelId="{D27A9491-1647-4022-A349-5311FE84A378}" type="pres">
      <dgm:prSet presAssocID="{D44A15A8-4D7E-4D5E-8958-9F7BE1A211E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1F74F79-C5FF-40E2-8A56-BFECA8891905}" type="pres">
      <dgm:prSet presAssocID="{5F777788-6B09-4158-A678-AA5B7DAB8475}" presName="spacer" presStyleCnt="0"/>
      <dgm:spPr/>
    </dgm:pt>
    <dgm:pt modelId="{FB10E1EB-ED69-4FAC-83CE-B5634D1C42FF}" type="pres">
      <dgm:prSet presAssocID="{7D35E113-47B4-4232-B871-D957DCA3408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DC40D20-892C-4600-AA17-D9A3398AA692}" type="pres">
      <dgm:prSet presAssocID="{F13F07F3-8717-4192-9F51-0FD894EA7BF2}" presName="spacer" presStyleCnt="0"/>
      <dgm:spPr/>
    </dgm:pt>
    <dgm:pt modelId="{0ABD9633-8ED1-4D20-99BD-F7794415541F}" type="pres">
      <dgm:prSet presAssocID="{C299351A-B55A-402C-9978-936E9782AE8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39D1B94-A5EC-4C78-AA12-01DD3EF2AF7D}" type="pres">
      <dgm:prSet presAssocID="{8CE689A8-9C16-4E25-888B-04B8D75CC968}" presName="spacer" presStyleCnt="0"/>
      <dgm:spPr/>
    </dgm:pt>
    <dgm:pt modelId="{BD56CA92-015D-4AC5-B562-0675927A8697}" type="pres">
      <dgm:prSet presAssocID="{AEC4C6CB-CD88-4C5A-BCC3-C5A0BE1C1C4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C797F24-57E7-4730-B50A-61D90B14378B}" srcId="{8C801ED2-88F9-40E5-A2EF-B166A14409F3}" destId="{D44A15A8-4D7E-4D5E-8958-9F7BE1A211EE}" srcOrd="0" destOrd="0" parTransId="{6748C73D-02A5-4D8B-9A93-D13B70D781E7}" sibTransId="{5F777788-6B09-4158-A678-AA5B7DAB8475}"/>
    <dgm:cxn modelId="{3B41E747-DFC3-4537-AC79-2FDB19537D21}" type="presOf" srcId="{D44A15A8-4D7E-4D5E-8958-9F7BE1A211EE}" destId="{D27A9491-1647-4022-A349-5311FE84A378}" srcOrd="0" destOrd="0" presId="urn:microsoft.com/office/officeart/2005/8/layout/vList2"/>
    <dgm:cxn modelId="{845B9B48-6C0D-443D-97E5-0DB3B6B79D5B}" srcId="{8C801ED2-88F9-40E5-A2EF-B166A14409F3}" destId="{AEC4C6CB-CD88-4C5A-BCC3-C5A0BE1C1C41}" srcOrd="3" destOrd="0" parTransId="{8DC154FC-37FF-4A81-9EAF-A94F1C8924F1}" sibTransId="{C62B3353-1C5F-4F2D-BB18-7B7FD00791D9}"/>
    <dgm:cxn modelId="{5D518953-A320-4AA9-9DC3-79794E463A70}" type="presOf" srcId="{C299351A-B55A-402C-9978-936E9782AE81}" destId="{0ABD9633-8ED1-4D20-99BD-F7794415541F}" srcOrd="0" destOrd="0" presId="urn:microsoft.com/office/officeart/2005/8/layout/vList2"/>
    <dgm:cxn modelId="{A6D3EF77-E212-49BF-A86B-5C4CDAACEC8A}" type="presOf" srcId="{8C801ED2-88F9-40E5-A2EF-B166A14409F3}" destId="{DED5BF79-D7FB-476E-B15D-93C618EFC4E3}" srcOrd="0" destOrd="0" presId="urn:microsoft.com/office/officeart/2005/8/layout/vList2"/>
    <dgm:cxn modelId="{19A3965A-523B-4DD3-BF4D-0B8A75EE5444}" type="presOf" srcId="{AEC4C6CB-CD88-4C5A-BCC3-C5A0BE1C1C41}" destId="{BD56CA92-015D-4AC5-B562-0675927A8697}" srcOrd="0" destOrd="0" presId="urn:microsoft.com/office/officeart/2005/8/layout/vList2"/>
    <dgm:cxn modelId="{1CA947C6-257A-44EE-BF07-DC4E11791228}" srcId="{8C801ED2-88F9-40E5-A2EF-B166A14409F3}" destId="{C299351A-B55A-402C-9978-936E9782AE81}" srcOrd="2" destOrd="0" parTransId="{A105E4AB-4886-46D3-8246-330505894DBD}" sibTransId="{8CE689A8-9C16-4E25-888B-04B8D75CC968}"/>
    <dgm:cxn modelId="{17AF21CC-D8FD-46B9-B6F4-D9F2681D274A}" srcId="{8C801ED2-88F9-40E5-A2EF-B166A14409F3}" destId="{7D35E113-47B4-4232-B871-D957DCA34083}" srcOrd="1" destOrd="0" parTransId="{6A372481-EC2E-4078-BEBB-7667205428A8}" sibTransId="{F13F07F3-8717-4192-9F51-0FD894EA7BF2}"/>
    <dgm:cxn modelId="{F85E71F5-CA4A-464B-8EC4-CC167A5B4788}" type="presOf" srcId="{7D35E113-47B4-4232-B871-D957DCA34083}" destId="{FB10E1EB-ED69-4FAC-83CE-B5634D1C42FF}" srcOrd="0" destOrd="0" presId="urn:microsoft.com/office/officeart/2005/8/layout/vList2"/>
    <dgm:cxn modelId="{AD960F62-E8AF-4EC6-8883-6ADCB69BD53E}" type="presParOf" srcId="{DED5BF79-D7FB-476E-B15D-93C618EFC4E3}" destId="{D27A9491-1647-4022-A349-5311FE84A378}" srcOrd="0" destOrd="0" presId="urn:microsoft.com/office/officeart/2005/8/layout/vList2"/>
    <dgm:cxn modelId="{7E13DC8F-6F0F-4124-B74C-E16847EB3C75}" type="presParOf" srcId="{DED5BF79-D7FB-476E-B15D-93C618EFC4E3}" destId="{81F74F79-C5FF-40E2-8A56-BFECA8891905}" srcOrd="1" destOrd="0" presId="urn:microsoft.com/office/officeart/2005/8/layout/vList2"/>
    <dgm:cxn modelId="{B59EA12E-1120-4071-833E-C61076B6B272}" type="presParOf" srcId="{DED5BF79-D7FB-476E-B15D-93C618EFC4E3}" destId="{FB10E1EB-ED69-4FAC-83CE-B5634D1C42FF}" srcOrd="2" destOrd="0" presId="urn:microsoft.com/office/officeart/2005/8/layout/vList2"/>
    <dgm:cxn modelId="{A660CAD4-2CB0-423B-8BE4-9F23019F9C2D}" type="presParOf" srcId="{DED5BF79-D7FB-476E-B15D-93C618EFC4E3}" destId="{3DC40D20-892C-4600-AA17-D9A3398AA692}" srcOrd="3" destOrd="0" presId="urn:microsoft.com/office/officeart/2005/8/layout/vList2"/>
    <dgm:cxn modelId="{28D58EF9-6B13-4EF7-9F3F-F11571A91EBB}" type="presParOf" srcId="{DED5BF79-D7FB-476E-B15D-93C618EFC4E3}" destId="{0ABD9633-8ED1-4D20-99BD-F7794415541F}" srcOrd="4" destOrd="0" presId="urn:microsoft.com/office/officeart/2005/8/layout/vList2"/>
    <dgm:cxn modelId="{907940B6-6101-4E97-9FFD-6EC8DFDDCFB1}" type="presParOf" srcId="{DED5BF79-D7FB-476E-B15D-93C618EFC4E3}" destId="{339D1B94-A5EC-4C78-AA12-01DD3EF2AF7D}" srcOrd="5" destOrd="0" presId="urn:microsoft.com/office/officeart/2005/8/layout/vList2"/>
    <dgm:cxn modelId="{E7673890-3AF3-4B24-B24A-029A47800A4B}" type="presParOf" srcId="{DED5BF79-D7FB-476E-B15D-93C618EFC4E3}" destId="{BD56CA92-015D-4AC5-B562-0675927A869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C801ED2-88F9-40E5-A2EF-B166A14409F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44A15A8-4D7E-4D5E-8958-9F7BE1A211EE}">
      <dgm:prSet/>
      <dgm:spPr/>
      <dgm:t>
        <a:bodyPr/>
        <a:lstStyle/>
        <a:p>
          <a:r>
            <a:rPr lang="ja-JP" altLang="en-US" dirty="0"/>
            <a:t>食事内容の記録、基礎代謝の出し方</a:t>
          </a:r>
          <a:endParaRPr lang="en-US" dirty="0"/>
        </a:p>
      </dgm:t>
    </dgm:pt>
    <dgm:pt modelId="{6748C73D-02A5-4D8B-9A93-D13B70D781E7}" type="parTrans" cxnId="{CC797F24-57E7-4730-B50A-61D90B14378B}">
      <dgm:prSet/>
      <dgm:spPr/>
      <dgm:t>
        <a:bodyPr/>
        <a:lstStyle/>
        <a:p>
          <a:endParaRPr lang="en-US"/>
        </a:p>
      </dgm:t>
    </dgm:pt>
    <dgm:pt modelId="{5F777788-6B09-4158-A678-AA5B7DAB8475}" type="sibTrans" cxnId="{CC797F24-57E7-4730-B50A-61D90B14378B}">
      <dgm:prSet/>
      <dgm:spPr/>
      <dgm:t>
        <a:bodyPr/>
        <a:lstStyle/>
        <a:p>
          <a:endParaRPr lang="en-US"/>
        </a:p>
      </dgm:t>
    </dgm:pt>
    <dgm:pt modelId="{7D35E113-47B4-4232-B871-D957DCA34083}">
      <dgm:prSet/>
      <dgm:spPr/>
      <dgm:t>
        <a:bodyPr/>
        <a:lstStyle/>
        <a:p>
          <a:r>
            <a:rPr lang="ja-JP" altLang="en-US" dirty="0"/>
            <a:t>実際の食事例、</a:t>
          </a:r>
          <a:r>
            <a:rPr lang="en-US" altLang="ja-JP" dirty="0"/>
            <a:t>PFC</a:t>
          </a:r>
          <a:r>
            <a:rPr lang="ja-JP" altLang="en-US" dirty="0"/>
            <a:t>バランスの大切さ・意味</a:t>
          </a:r>
          <a:endParaRPr lang="en-US" dirty="0"/>
        </a:p>
      </dgm:t>
    </dgm:pt>
    <dgm:pt modelId="{6A372481-EC2E-4078-BEBB-7667205428A8}" type="parTrans" cxnId="{17AF21CC-D8FD-46B9-B6F4-D9F2681D274A}">
      <dgm:prSet/>
      <dgm:spPr/>
      <dgm:t>
        <a:bodyPr/>
        <a:lstStyle/>
        <a:p>
          <a:endParaRPr lang="en-US"/>
        </a:p>
      </dgm:t>
    </dgm:pt>
    <dgm:pt modelId="{F13F07F3-8717-4192-9F51-0FD894EA7BF2}" type="sibTrans" cxnId="{17AF21CC-D8FD-46B9-B6F4-D9F2681D274A}">
      <dgm:prSet/>
      <dgm:spPr/>
      <dgm:t>
        <a:bodyPr/>
        <a:lstStyle/>
        <a:p>
          <a:endParaRPr lang="en-US"/>
        </a:p>
      </dgm:t>
    </dgm:pt>
    <dgm:pt modelId="{C299351A-B55A-402C-9978-936E9782AE81}">
      <dgm:prSet/>
      <dgm:spPr/>
      <dgm:t>
        <a:bodyPr/>
        <a:lstStyle/>
        <a:p>
          <a:r>
            <a:rPr lang="ja-JP" altLang="en-US" dirty="0"/>
            <a:t>１日の中で痩せるためにやるべ事</a:t>
          </a:r>
          <a:endParaRPr lang="en-US" dirty="0"/>
        </a:p>
      </dgm:t>
    </dgm:pt>
    <dgm:pt modelId="{A105E4AB-4886-46D3-8246-330505894DBD}" type="parTrans" cxnId="{1CA947C6-257A-44EE-BF07-DC4E11791228}">
      <dgm:prSet/>
      <dgm:spPr/>
      <dgm:t>
        <a:bodyPr/>
        <a:lstStyle/>
        <a:p>
          <a:endParaRPr lang="en-US"/>
        </a:p>
      </dgm:t>
    </dgm:pt>
    <dgm:pt modelId="{8CE689A8-9C16-4E25-888B-04B8D75CC968}" type="sibTrans" cxnId="{1CA947C6-257A-44EE-BF07-DC4E11791228}">
      <dgm:prSet/>
      <dgm:spPr/>
      <dgm:t>
        <a:bodyPr/>
        <a:lstStyle/>
        <a:p>
          <a:endParaRPr lang="en-US"/>
        </a:p>
      </dgm:t>
    </dgm:pt>
    <dgm:pt modelId="{AEC4C6CB-CD88-4C5A-BCC3-C5A0BE1C1C41}">
      <dgm:prSet/>
      <dgm:spPr/>
      <dgm:t>
        <a:bodyPr/>
        <a:lstStyle/>
        <a:p>
          <a:r>
            <a:rPr lang="ja-JP" altLang="en-US" dirty="0"/>
            <a:t>家でできる運動（ジムの場合も書く）</a:t>
          </a:r>
          <a:endParaRPr lang="en-US" altLang="ja-JP" dirty="0"/>
        </a:p>
        <a:p>
          <a:r>
            <a:rPr lang="ja-JP" altLang="en-US" dirty="0"/>
            <a:t>痩せるための考え方</a:t>
          </a:r>
          <a:endParaRPr lang="en-US" dirty="0"/>
        </a:p>
      </dgm:t>
    </dgm:pt>
    <dgm:pt modelId="{8DC154FC-37FF-4A81-9EAF-A94F1C8924F1}" type="parTrans" cxnId="{845B9B48-6C0D-443D-97E5-0DB3B6B79D5B}">
      <dgm:prSet/>
      <dgm:spPr/>
      <dgm:t>
        <a:bodyPr/>
        <a:lstStyle/>
        <a:p>
          <a:endParaRPr lang="en-US"/>
        </a:p>
      </dgm:t>
    </dgm:pt>
    <dgm:pt modelId="{C62B3353-1C5F-4F2D-BB18-7B7FD00791D9}" type="sibTrans" cxnId="{845B9B48-6C0D-443D-97E5-0DB3B6B79D5B}">
      <dgm:prSet/>
      <dgm:spPr/>
      <dgm:t>
        <a:bodyPr/>
        <a:lstStyle/>
        <a:p>
          <a:endParaRPr lang="en-US"/>
        </a:p>
      </dgm:t>
    </dgm:pt>
    <dgm:pt modelId="{DED5BF79-D7FB-476E-B15D-93C618EFC4E3}" type="pres">
      <dgm:prSet presAssocID="{8C801ED2-88F9-40E5-A2EF-B166A14409F3}" presName="linear" presStyleCnt="0">
        <dgm:presLayoutVars>
          <dgm:animLvl val="lvl"/>
          <dgm:resizeHandles val="exact"/>
        </dgm:presLayoutVars>
      </dgm:prSet>
      <dgm:spPr/>
    </dgm:pt>
    <dgm:pt modelId="{D27A9491-1647-4022-A349-5311FE84A378}" type="pres">
      <dgm:prSet presAssocID="{D44A15A8-4D7E-4D5E-8958-9F7BE1A211E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1F74F79-C5FF-40E2-8A56-BFECA8891905}" type="pres">
      <dgm:prSet presAssocID="{5F777788-6B09-4158-A678-AA5B7DAB8475}" presName="spacer" presStyleCnt="0"/>
      <dgm:spPr/>
    </dgm:pt>
    <dgm:pt modelId="{FB10E1EB-ED69-4FAC-83CE-B5634D1C42FF}" type="pres">
      <dgm:prSet presAssocID="{7D35E113-47B4-4232-B871-D957DCA3408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DC40D20-892C-4600-AA17-D9A3398AA692}" type="pres">
      <dgm:prSet presAssocID="{F13F07F3-8717-4192-9F51-0FD894EA7BF2}" presName="spacer" presStyleCnt="0"/>
      <dgm:spPr/>
    </dgm:pt>
    <dgm:pt modelId="{0ABD9633-8ED1-4D20-99BD-F7794415541F}" type="pres">
      <dgm:prSet presAssocID="{C299351A-B55A-402C-9978-936E9782AE8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39D1B94-A5EC-4C78-AA12-01DD3EF2AF7D}" type="pres">
      <dgm:prSet presAssocID="{8CE689A8-9C16-4E25-888B-04B8D75CC968}" presName="spacer" presStyleCnt="0"/>
      <dgm:spPr/>
    </dgm:pt>
    <dgm:pt modelId="{BD56CA92-015D-4AC5-B562-0675927A8697}" type="pres">
      <dgm:prSet presAssocID="{AEC4C6CB-CD88-4C5A-BCC3-C5A0BE1C1C41}" presName="parentText" presStyleLbl="node1" presStyleIdx="3" presStyleCnt="4" custLinFactNeighborY="-11758">
        <dgm:presLayoutVars>
          <dgm:chMax val="0"/>
          <dgm:bulletEnabled val="1"/>
        </dgm:presLayoutVars>
      </dgm:prSet>
      <dgm:spPr/>
    </dgm:pt>
  </dgm:ptLst>
  <dgm:cxnLst>
    <dgm:cxn modelId="{CC797F24-57E7-4730-B50A-61D90B14378B}" srcId="{8C801ED2-88F9-40E5-A2EF-B166A14409F3}" destId="{D44A15A8-4D7E-4D5E-8958-9F7BE1A211EE}" srcOrd="0" destOrd="0" parTransId="{6748C73D-02A5-4D8B-9A93-D13B70D781E7}" sibTransId="{5F777788-6B09-4158-A678-AA5B7DAB8475}"/>
    <dgm:cxn modelId="{3B41E747-DFC3-4537-AC79-2FDB19537D21}" type="presOf" srcId="{D44A15A8-4D7E-4D5E-8958-9F7BE1A211EE}" destId="{D27A9491-1647-4022-A349-5311FE84A378}" srcOrd="0" destOrd="0" presId="urn:microsoft.com/office/officeart/2005/8/layout/vList2"/>
    <dgm:cxn modelId="{845B9B48-6C0D-443D-97E5-0DB3B6B79D5B}" srcId="{8C801ED2-88F9-40E5-A2EF-B166A14409F3}" destId="{AEC4C6CB-CD88-4C5A-BCC3-C5A0BE1C1C41}" srcOrd="3" destOrd="0" parTransId="{8DC154FC-37FF-4A81-9EAF-A94F1C8924F1}" sibTransId="{C62B3353-1C5F-4F2D-BB18-7B7FD00791D9}"/>
    <dgm:cxn modelId="{5D518953-A320-4AA9-9DC3-79794E463A70}" type="presOf" srcId="{C299351A-B55A-402C-9978-936E9782AE81}" destId="{0ABD9633-8ED1-4D20-99BD-F7794415541F}" srcOrd="0" destOrd="0" presId="urn:microsoft.com/office/officeart/2005/8/layout/vList2"/>
    <dgm:cxn modelId="{A6D3EF77-E212-49BF-A86B-5C4CDAACEC8A}" type="presOf" srcId="{8C801ED2-88F9-40E5-A2EF-B166A14409F3}" destId="{DED5BF79-D7FB-476E-B15D-93C618EFC4E3}" srcOrd="0" destOrd="0" presId="urn:microsoft.com/office/officeart/2005/8/layout/vList2"/>
    <dgm:cxn modelId="{19A3965A-523B-4DD3-BF4D-0B8A75EE5444}" type="presOf" srcId="{AEC4C6CB-CD88-4C5A-BCC3-C5A0BE1C1C41}" destId="{BD56CA92-015D-4AC5-B562-0675927A8697}" srcOrd="0" destOrd="0" presId="urn:microsoft.com/office/officeart/2005/8/layout/vList2"/>
    <dgm:cxn modelId="{1CA947C6-257A-44EE-BF07-DC4E11791228}" srcId="{8C801ED2-88F9-40E5-A2EF-B166A14409F3}" destId="{C299351A-B55A-402C-9978-936E9782AE81}" srcOrd="2" destOrd="0" parTransId="{A105E4AB-4886-46D3-8246-330505894DBD}" sibTransId="{8CE689A8-9C16-4E25-888B-04B8D75CC968}"/>
    <dgm:cxn modelId="{17AF21CC-D8FD-46B9-B6F4-D9F2681D274A}" srcId="{8C801ED2-88F9-40E5-A2EF-B166A14409F3}" destId="{7D35E113-47B4-4232-B871-D957DCA34083}" srcOrd="1" destOrd="0" parTransId="{6A372481-EC2E-4078-BEBB-7667205428A8}" sibTransId="{F13F07F3-8717-4192-9F51-0FD894EA7BF2}"/>
    <dgm:cxn modelId="{F85E71F5-CA4A-464B-8EC4-CC167A5B4788}" type="presOf" srcId="{7D35E113-47B4-4232-B871-D957DCA34083}" destId="{FB10E1EB-ED69-4FAC-83CE-B5634D1C42FF}" srcOrd="0" destOrd="0" presId="urn:microsoft.com/office/officeart/2005/8/layout/vList2"/>
    <dgm:cxn modelId="{AD960F62-E8AF-4EC6-8883-6ADCB69BD53E}" type="presParOf" srcId="{DED5BF79-D7FB-476E-B15D-93C618EFC4E3}" destId="{D27A9491-1647-4022-A349-5311FE84A378}" srcOrd="0" destOrd="0" presId="urn:microsoft.com/office/officeart/2005/8/layout/vList2"/>
    <dgm:cxn modelId="{7E13DC8F-6F0F-4124-B74C-E16847EB3C75}" type="presParOf" srcId="{DED5BF79-D7FB-476E-B15D-93C618EFC4E3}" destId="{81F74F79-C5FF-40E2-8A56-BFECA8891905}" srcOrd="1" destOrd="0" presId="urn:microsoft.com/office/officeart/2005/8/layout/vList2"/>
    <dgm:cxn modelId="{B59EA12E-1120-4071-833E-C61076B6B272}" type="presParOf" srcId="{DED5BF79-D7FB-476E-B15D-93C618EFC4E3}" destId="{FB10E1EB-ED69-4FAC-83CE-B5634D1C42FF}" srcOrd="2" destOrd="0" presId="urn:microsoft.com/office/officeart/2005/8/layout/vList2"/>
    <dgm:cxn modelId="{A660CAD4-2CB0-423B-8BE4-9F23019F9C2D}" type="presParOf" srcId="{DED5BF79-D7FB-476E-B15D-93C618EFC4E3}" destId="{3DC40D20-892C-4600-AA17-D9A3398AA692}" srcOrd="3" destOrd="0" presId="urn:microsoft.com/office/officeart/2005/8/layout/vList2"/>
    <dgm:cxn modelId="{28D58EF9-6B13-4EF7-9F3F-F11571A91EBB}" type="presParOf" srcId="{DED5BF79-D7FB-476E-B15D-93C618EFC4E3}" destId="{0ABD9633-8ED1-4D20-99BD-F7794415541F}" srcOrd="4" destOrd="0" presId="urn:microsoft.com/office/officeart/2005/8/layout/vList2"/>
    <dgm:cxn modelId="{907940B6-6101-4E97-9FFD-6EC8DFDDCFB1}" type="presParOf" srcId="{DED5BF79-D7FB-476E-B15D-93C618EFC4E3}" destId="{339D1B94-A5EC-4C78-AA12-01DD3EF2AF7D}" srcOrd="5" destOrd="0" presId="urn:microsoft.com/office/officeart/2005/8/layout/vList2"/>
    <dgm:cxn modelId="{E7673890-3AF3-4B24-B24A-029A47800A4B}" type="presParOf" srcId="{DED5BF79-D7FB-476E-B15D-93C618EFC4E3}" destId="{BD56CA92-015D-4AC5-B562-0675927A869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934168-7E8B-484A-8DC9-0803C3EFA597}">
      <dsp:nvSpPr>
        <dsp:cNvPr id="0" name=""/>
        <dsp:cNvSpPr/>
      </dsp:nvSpPr>
      <dsp:spPr>
        <a:xfrm>
          <a:off x="4621" y="1368301"/>
          <a:ext cx="2020453" cy="121227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100" kern="1200" dirty="0"/>
            <a:t>テーマ</a:t>
          </a:r>
          <a:endParaRPr lang="en-US" sz="2100" kern="1200" dirty="0"/>
        </a:p>
      </dsp:txBody>
      <dsp:txXfrm>
        <a:off x="40127" y="1403807"/>
        <a:ext cx="1949441" cy="1141260"/>
      </dsp:txXfrm>
    </dsp:sp>
    <dsp:sp modelId="{A226F5DE-6CE7-40C8-8278-DDF9BF659F87}">
      <dsp:nvSpPr>
        <dsp:cNvPr id="0" name=""/>
        <dsp:cNvSpPr/>
      </dsp:nvSpPr>
      <dsp:spPr>
        <a:xfrm>
          <a:off x="2227119" y="1723901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227119" y="1824115"/>
        <a:ext cx="299835" cy="300644"/>
      </dsp:txXfrm>
    </dsp:sp>
    <dsp:sp modelId="{C9FB99D8-7D9F-4570-BD88-84E46C18ED34}">
      <dsp:nvSpPr>
        <dsp:cNvPr id="0" name=""/>
        <dsp:cNvSpPr/>
      </dsp:nvSpPr>
      <dsp:spPr>
        <a:xfrm>
          <a:off x="2833255" y="1368301"/>
          <a:ext cx="2020453" cy="1212272"/>
        </a:xfrm>
        <a:prstGeom prst="roundRect">
          <a:avLst>
            <a:gd name="adj" fmla="val 1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100" kern="1200"/>
            <a:t>目的</a:t>
          </a:r>
          <a:endParaRPr lang="en-US" sz="2100" kern="1200"/>
        </a:p>
      </dsp:txBody>
      <dsp:txXfrm>
        <a:off x="2868761" y="1403807"/>
        <a:ext cx="1949441" cy="1141260"/>
      </dsp:txXfrm>
    </dsp:sp>
    <dsp:sp modelId="{A4E2095F-3FA3-43C2-888B-B890F5DF808C}">
      <dsp:nvSpPr>
        <dsp:cNvPr id="0" name=""/>
        <dsp:cNvSpPr/>
      </dsp:nvSpPr>
      <dsp:spPr>
        <a:xfrm>
          <a:off x="5055754" y="1723901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5055754" y="1824115"/>
        <a:ext cx="299835" cy="300644"/>
      </dsp:txXfrm>
    </dsp:sp>
    <dsp:sp modelId="{6DF724DD-354F-4DEB-8378-89C1110DBF80}">
      <dsp:nvSpPr>
        <dsp:cNvPr id="0" name=""/>
        <dsp:cNvSpPr/>
      </dsp:nvSpPr>
      <dsp:spPr>
        <a:xfrm>
          <a:off x="5661890" y="1368301"/>
          <a:ext cx="2020453" cy="1212272"/>
        </a:xfrm>
        <a:prstGeom prst="roundRect">
          <a:avLst>
            <a:gd name="adj" fmla="val 1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/>
            <a:t>　　</a:t>
          </a:r>
          <a:r>
            <a:rPr kumimoji="1" lang="ja-JP" sz="2100" kern="1200" dirty="0"/>
            <a:t>構成</a:t>
          </a:r>
          <a:endParaRPr kumimoji="1" lang="en-US" altLang="ja-JP" sz="2100" kern="1200" dirty="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/>
            <a:t>　</a:t>
          </a:r>
          <a:r>
            <a:rPr kumimoji="1" lang="ja-JP" sz="2100" kern="1200" dirty="0"/>
            <a:t>レイアウト</a:t>
          </a:r>
          <a:endParaRPr lang="en-US" sz="2100" kern="1200" dirty="0"/>
        </a:p>
      </dsp:txBody>
      <dsp:txXfrm>
        <a:off x="5697396" y="1403807"/>
        <a:ext cx="1949441" cy="1141260"/>
      </dsp:txXfrm>
    </dsp:sp>
    <dsp:sp modelId="{F029F75C-556E-4C94-9200-434463885767}">
      <dsp:nvSpPr>
        <dsp:cNvPr id="0" name=""/>
        <dsp:cNvSpPr/>
      </dsp:nvSpPr>
      <dsp:spPr>
        <a:xfrm>
          <a:off x="7884389" y="1723901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7884389" y="1824115"/>
        <a:ext cx="299835" cy="300644"/>
      </dsp:txXfrm>
    </dsp:sp>
    <dsp:sp modelId="{BDA70FB3-401D-40AF-BDF8-516CB4996000}">
      <dsp:nvSpPr>
        <dsp:cNvPr id="0" name=""/>
        <dsp:cNvSpPr/>
      </dsp:nvSpPr>
      <dsp:spPr>
        <a:xfrm>
          <a:off x="8490525" y="1368301"/>
          <a:ext cx="2020453" cy="1212272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100" kern="1200"/>
            <a:t>今後の流れ</a:t>
          </a:r>
          <a:endParaRPr lang="en-US" sz="2100" kern="1200"/>
        </a:p>
      </dsp:txBody>
      <dsp:txXfrm>
        <a:off x="8526031" y="1403807"/>
        <a:ext cx="1949441" cy="11412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F6B9BB-A39E-4A6E-A407-173B59A17A04}">
      <dsp:nvSpPr>
        <dsp:cNvPr id="0" name=""/>
        <dsp:cNvSpPr/>
      </dsp:nvSpPr>
      <dsp:spPr>
        <a:xfrm>
          <a:off x="5154" y="5801"/>
          <a:ext cx="8748789" cy="530969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3600" kern="1200" dirty="0"/>
            <a:t>福岡県の夜景スポット</a:t>
          </a:r>
          <a:r>
            <a:rPr lang="ja-JP" altLang="en-US" sz="3600" kern="1200" dirty="0"/>
            <a:t>を</a:t>
          </a:r>
          <a:r>
            <a:rPr lang="ja-JP" sz="3600" kern="1200" dirty="0"/>
            <a:t>エリアごとに</a:t>
          </a:r>
          <a:r>
            <a:rPr lang="ja-JP" altLang="en-US" sz="3600" kern="1200" dirty="0"/>
            <a:t>　</a:t>
          </a:r>
          <a:r>
            <a:rPr lang="ja-JP" sz="3600" kern="1200" dirty="0"/>
            <a:t>紹介し、観光やドライブ、デートなどで訪れるきっかけとなるWebサイトを制作することを目的としています。</a:t>
          </a:r>
          <a:endParaRPr lang="en-US" sz="3600" kern="1200" dirty="0"/>
        </a:p>
      </dsp:txBody>
      <dsp:txXfrm>
        <a:off x="160670" y="161317"/>
        <a:ext cx="8437757" cy="49986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A9491-1647-4022-A349-5311FE84A378}">
      <dsp:nvSpPr>
        <dsp:cNvPr id="0" name=""/>
        <dsp:cNvSpPr/>
      </dsp:nvSpPr>
      <dsp:spPr>
        <a:xfrm>
          <a:off x="0" y="62981"/>
          <a:ext cx="6651253" cy="1216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4000" kern="1200"/>
            <a:t>トップページ </a:t>
          </a:r>
          <a:r>
            <a:rPr lang="en-US" sz="4000" kern="1200"/>
            <a:t>(HOME)</a:t>
          </a:r>
        </a:p>
      </dsp:txBody>
      <dsp:txXfrm>
        <a:off x="59399" y="122380"/>
        <a:ext cx="6532455" cy="1098002"/>
      </dsp:txXfrm>
    </dsp:sp>
    <dsp:sp modelId="{FB10E1EB-ED69-4FAC-83CE-B5634D1C42FF}">
      <dsp:nvSpPr>
        <dsp:cNvPr id="0" name=""/>
        <dsp:cNvSpPr/>
      </dsp:nvSpPr>
      <dsp:spPr>
        <a:xfrm>
          <a:off x="0" y="1394982"/>
          <a:ext cx="6651253" cy="1216800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4000" kern="1200"/>
            <a:t>福岡市・近郊エリア</a:t>
          </a:r>
          <a:endParaRPr lang="en-US" sz="4000" kern="1200"/>
        </a:p>
      </dsp:txBody>
      <dsp:txXfrm>
        <a:off x="59399" y="1454381"/>
        <a:ext cx="6532455" cy="1098002"/>
      </dsp:txXfrm>
    </dsp:sp>
    <dsp:sp modelId="{0ABD9633-8ED1-4D20-99BD-F7794415541F}">
      <dsp:nvSpPr>
        <dsp:cNvPr id="0" name=""/>
        <dsp:cNvSpPr/>
      </dsp:nvSpPr>
      <dsp:spPr>
        <a:xfrm>
          <a:off x="0" y="2726982"/>
          <a:ext cx="6651253" cy="1216800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4000" kern="1200"/>
            <a:t>筑紫・筑後エリア</a:t>
          </a:r>
          <a:endParaRPr lang="en-US" sz="4000" kern="1200"/>
        </a:p>
      </dsp:txBody>
      <dsp:txXfrm>
        <a:off x="59399" y="2786381"/>
        <a:ext cx="6532455" cy="1098002"/>
      </dsp:txXfrm>
    </dsp:sp>
    <dsp:sp modelId="{BD56CA92-015D-4AC5-B562-0675927A8697}">
      <dsp:nvSpPr>
        <dsp:cNvPr id="0" name=""/>
        <dsp:cNvSpPr/>
      </dsp:nvSpPr>
      <dsp:spPr>
        <a:xfrm>
          <a:off x="0" y="4058982"/>
          <a:ext cx="6651253" cy="121680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4000" kern="1200"/>
            <a:t>北九州エリア</a:t>
          </a:r>
          <a:endParaRPr lang="en-US" sz="4000" kern="1200"/>
        </a:p>
      </dsp:txBody>
      <dsp:txXfrm>
        <a:off x="59399" y="4118381"/>
        <a:ext cx="6532455" cy="10980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FC0598-9AF0-47A5-BAEE-584E4181E74C}">
      <dsp:nvSpPr>
        <dsp:cNvPr id="0" name=""/>
        <dsp:cNvSpPr/>
      </dsp:nvSpPr>
      <dsp:spPr>
        <a:xfrm>
          <a:off x="0" y="62981"/>
          <a:ext cx="6651253" cy="1216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4000" kern="1200" dirty="0"/>
            <a:t>夜景人気ランキング</a:t>
          </a:r>
          <a:r>
            <a:rPr lang="ja-JP" sz="4000" kern="1200" dirty="0"/>
            <a:t> </a:t>
          </a:r>
          <a:endParaRPr lang="en-US" altLang="ja-JP" sz="4000" kern="1200" dirty="0"/>
        </a:p>
      </dsp:txBody>
      <dsp:txXfrm>
        <a:off x="59399" y="122380"/>
        <a:ext cx="6532455" cy="1098002"/>
      </dsp:txXfrm>
    </dsp:sp>
    <dsp:sp modelId="{FB10E1EB-ED69-4FAC-83CE-B5634D1C42FF}">
      <dsp:nvSpPr>
        <dsp:cNvPr id="0" name=""/>
        <dsp:cNvSpPr/>
      </dsp:nvSpPr>
      <dsp:spPr>
        <a:xfrm>
          <a:off x="0" y="1394982"/>
          <a:ext cx="6651253" cy="1216800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4000" kern="1200" dirty="0"/>
            <a:t>油山 </a:t>
          </a:r>
          <a:endParaRPr lang="en-US" sz="4000" kern="1200" dirty="0"/>
        </a:p>
      </dsp:txBody>
      <dsp:txXfrm>
        <a:off x="59399" y="1454381"/>
        <a:ext cx="6532455" cy="1098002"/>
      </dsp:txXfrm>
    </dsp:sp>
    <dsp:sp modelId="{55313E15-881D-4D9D-9908-B6EC10BD2928}">
      <dsp:nvSpPr>
        <dsp:cNvPr id="0" name=""/>
        <dsp:cNvSpPr/>
      </dsp:nvSpPr>
      <dsp:spPr>
        <a:xfrm>
          <a:off x="0" y="2726982"/>
          <a:ext cx="6651253" cy="1216800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4000" kern="1200" dirty="0"/>
            <a:t>星野村 </a:t>
          </a:r>
          <a:endParaRPr kumimoji="1" lang="ja-JP" altLang="en-US" sz="4000" kern="1200" dirty="0"/>
        </a:p>
      </dsp:txBody>
      <dsp:txXfrm>
        <a:off x="59399" y="2786381"/>
        <a:ext cx="6532455" cy="1098002"/>
      </dsp:txXfrm>
    </dsp:sp>
    <dsp:sp modelId="{BD56CA92-015D-4AC5-B562-0675927A8697}">
      <dsp:nvSpPr>
        <dsp:cNvPr id="0" name=""/>
        <dsp:cNvSpPr/>
      </dsp:nvSpPr>
      <dsp:spPr>
        <a:xfrm>
          <a:off x="0" y="4058982"/>
          <a:ext cx="6651253" cy="121680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4000" kern="1200" dirty="0"/>
            <a:t>皿倉山</a:t>
          </a:r>
          <a:endParaRPr lang="en-US" sz="4000" kern="1200" dirty="0"/>
        </a:p>
      </dsp:txBody>
      <dsp:txXfrm>
        <a:off x="59399" y="4118381"/>
        <a:ext cx="6532455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AD429A-2CA8-43A8-B86C-C0E0C4C63593}">
      <dsp:nvSpPr>
        <dsp:cNvPr id="0" name=""/>
        <dsp:cNvSpPr/>
      </dsp:nvSpPr>
      <dsp:spPr>
        <a:xfrm>
          <a:off x="0" y="276693"/>
          <a:ext cx="8187268" cy="5246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3800" kern="1200" dirty="0"/>
            <a:t>健康的な体になりたい</a:t>
          </a:r>
          <a:r>
            <a:rPr lang="ja-JP" altLang="en-US" sz="3800" kern="1200" dirty="0"/>
            <a:t>・</a:t>
          </a:r>
          <a:r>
            <a:rPr lang="ja-JP" sz="3800" kern="1200" dirty="0"/>
            <a:t>かっこよくなりたい・モテたいと思っている人に向けて、減量や筋力トレーニングの方法を分かりやすく紹介し、一歩踏み出すきっかけを提供することを目的としています。</a:t>
          </a:r>
          <a:endParaRPr lang="en-US" sz="3800" kern="1200" dirty="0"/>
        </a:p>
      </dsp:txBody>
      <dsp:txXfrm>
        <a:off x="256102" y="532795"/>
        <a:ext cx="7675064" cy="47340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A9491-1647-4022-A349-5311FE84A378}">
      <dsp:nvSpPr>
        <dsp:cNvPr id="0" name=""/>
        <dsp:cNvSpPr/>
      </dsp:nvSpPr>
      <dsp:spPr>
        <a:xfrm>
          <a:off x="0" y="62981"/>
          <a:ext cx="6651253" cy="1216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4000" kern="1200" dirty="0"/>
            <a:t>食事管理方法</a:t>
          </a:r>
          <a:endParaRPr lang="en-US" sz="4000" kern="1200" dirty="0"/>
        </a:p>
      </dsp:txBody>
      <dsp:txXfrm>
        <a:off x="59399" y="122380"/>
        <a:ext cx="6532455" cy="1098002"/>
      </dsp:txXfrm>
    </dsp:sp>
    <dsp:sp modelId="{FB10E1EB-ED69-4FAC-83CE-B5634D1C42FF}">
      <dsp:nvSpPr>
        <dsp:cNvPr id="0" name=""/>
        <dsp:cNvSpPr/>
      </dsp:nvSpPr>
      <dsp:spPr>
        <a:xfrm>
          <a:off x="0" y="1394982"/>
          <a:ext cx="6651253" cy="1216800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4000" kern="1200" dirty="0"/>
            <a:t>食事内容</a:t>
          </a:r>
          <a:endParaRPr lang="en-US" sz="4000" kern="1200" dirty="0"/>
        </a:p>
      </dsp:txBody>
      <dsp:txXfrm>
        <a:off x="59399" y="1454381"/>
        <a:ext cx="6532455" cy="1098002"/>
      </dsp:txXfrm>
    </dsp:sp>
    <dsp:sp modelId="{0ABD9633-8ED1-4D20-99BD-F7794415541F}">
      <dsp:nvSpPr>
        <dsp:cNvPr id="0" name=""/>
        <dsp:cNvSpPr/>
      </dsp:nvSpPr>
      <dsp:spPr>
        <a:xfrm>
          <a:off x="0" y="2726982"/>
          <a:ext cx="6651253" cy="1216800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4000" kern="1200" dirty="0"/>
            <a:t>一日のスケジュール</a:t>
          </a:r>
          <a:endParaRPr lang="en-US" sz="4000" kern="1200" dirty="0"/>
        </a:p>
      </dsp:txBody>
      <dsp:txXfrm>
        <a:off x="59399" y="2786381"/>
        <a:ext cx="6532455" cy="1098002"/>
      </dsp:txXfrm>
    </dsp:sp>
    <dsp:sp modelId="{BD56CA92-015D-4AC5-B562-0675927A8697}">
      <dsp:nvSpPr>
        <dsp:cNvPr id="0" name=""/>
        <dsp:cNvSpPr/>
      </dsp:nvSpPr>
      <dsp:spPr>
        <a:xfrm>
          <a:off x="0" y="4058982"/>
          <a:ext cx="6651253" cy="121680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4000" kern="1200" dirty="0"/>
            <a:t>運動内容</a:t>
          </a:r>
          <a:endParaRPr lang="en-US" sz="4000" kern="1200" dirty="0"/>
        </a:p>
      </dsp:txBody>
      <dsp:txXfrm>
        <a:off x="59399" y="4118381"/>
        <a:ext cx="6532455" cy="10980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A9491-1647-4022-A349-5311FE84A378}">
      <dsp:nvSpPr>
        <dsp:cNvPr id="0" name=""/>
        <dsp:cNvSpPr/>
      </dsp:nvSpPr>
      <dsp:spPr>
        <a:xfrm>
          <a:off x="0" y="63308"/>
          <a:ext cx="6651253" cy="125767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100" kern="1200" dirty="0"/>
            <a:t>食事内容の記録、基礎代謝の出し方</a:t>
          </a:r>
          <a:endParaRPr lang="en-US" sz="2100" kern="1200" dirty="0"/>
        </a:p>
      </dsp:txBody>
      <dsp:txXfrm>
        <a:off x="61395" y="124703"/>
        <a:ext cx="6528463" cy="1134886"/>
      </dsp:txXfrm>
    </dsp:sp>
    <dsp:sp modelId="{FB10E1EB-ED69-4FAC-83CE-B5634D1C42FF}">
      <dsp:nvSpPr>
        <dsp:cNvPr id="0" name=""/>
        <dsp:cNvSpPr/>
      </dsp:nvSpPr>
      <dsp:spPr>
        <a:xfrm>
          <a:off x="0" y="1381465"/>
          <a:ext cx="6651253" cy="1257676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100" kern="1200" dirty="0"/>
            <a:t>実際の食事例、</a:t>
          </a:r>
          <a:r>
            <a:rPr lang="en-US" altLang="ja-JP" sz="2100" kern="1200" dirty="0"/>
            <a:t>PFC</a:t>
          </a:r>
          <a:r>
            <a:rPr lang="ja-JP" altLang="en-US" sz="2100" kern="1200" dirty="0"/>
            <a:t>バランスの大切さ・意味</a:t>
          </a:r>
          <a:endParaRPr lang="en-US" sz="2100" kern="1200" dirty="0"/>
        </a:p>
      </dsp:txBody>
      <dsp:txXfrm>
        <a:off x="61395" y="1442860"/>
        <a:ext cx="6528463" cy="1134886"/>
      </dsp:txXfrm>
    </dsp:sp>
    <dsp:sp modelId="{0ABD9633-8ED1-4D20-99BD-F7794415541F}">
      <dsp:nvSpPr>
        <dsp:cNvPr id="0" name=""/>
        <dsp:cNvSpPr/>
      </dsp:nvSpPr>
      <dsp:spPr>
        <a:xfrm>
          <a:off x="0" y="2699622"/>
          <a:ext cx="6651253" cy="1257676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100" kern="1200" dirty="0"/>
            <a:t>１日の中で痩せるためにやるべ事</a:t>
          </a:r>
          <a:endParaRPr lang="en-US" sz="2100" kern="1200" dirty="0"/>
        </a:p>
      </dsp:txBody>
      <dsp:txXfrm>
        <a:off x="61395" y="2761017"/>
        <a:ext cx="6528463" cy="1134886"/>
      </dsp:txXfrm>
    </dsp:sp>
    <dsp:sp modelId="{BD56CA92-015D-4AC5-B562-0675927A8697}">
      <dsp:nvSpPr>
        <dsp:cNvPr id="0" name=""/>
        <dsp:cNvSpPr/>
      </dsp:nvSpPr>
      <dsp:spPr>
        <a:xfrm>
          <a:off x="0" y="4010667"/>
          <a:ext cx="6651253" cy="1257676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100" kern="1200" dirty="0"/>
            <a:t>家でできる運動（ジムの場合も書く）</a:t>
          </a:r>
          <a:endParaRPr lang="en-US" altLang="ja-JP" sz="2100" kern="1200" dirty="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100" kern="1200" dirty="0"/>
            <a:t>痩せるための考え方</a:t>
          </a:r>
          <a:endParaRPr lang="en-US" sz="2100" kern="1200" dirty="0"/>
        </a:p>
      </dsp:txBody>
      <dsp:txXfrm>
        <a:off x="61395" y="4072062"/>
        <a:ext cx="6528463" cy="1134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4FC9A-DDF4-40DB-8A7B-3AE7515A7CEB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3ADA8-B0F7-486D-898A-093426B205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0438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3ADA8-B0F7-486D-898A-093426B2058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9344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D05-BF12-4806-9DA3-587B7D57B7E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68EB-4A61-45F5-8203-F8E50F0D4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53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D05-BF12-4806-9DA3-587B7D57B7E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68EB-4A61-45F5-8203-F8E50F0D4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11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D05-BF12-4806-9DA3-587B7D57B7E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68EB-4A61-45F5-8203-F8E50F0D4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566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D05-BF12-4806-9DA3-587B7D57B7E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68EB-4A61-45F5-8203-F8E50F0D4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225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D05-BF12-4806-9DA3-587B7D57B7E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68EB-4A61-45F5-8203-F8E50F0D4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647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D05-BF12-4806-9DA3-587B7D57B7E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68EB-4A61-45F5-8203-F8E50F0D4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000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D05-BF12-4806-9DA3-587B7D57B7E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68EB-4A61-45F5-8203-F8E50F0D4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9598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D05-BF12-4806-9DA3-587B7D57B7E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68EB-4A61-45F5-8203-F8E50F0D4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505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D05-BF12-4806-9DA3-587B7D57B7E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68EB-4A61-45F5-8203-F8E50F0D4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363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D05-BF12-4806-9DA3-587B7D57B7E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68EB-4A61-45F5-8203-F8E50F0D4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8717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84D05-BF12-4806-9DA3-587B7D57B7E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68EB-4A61-45F5-8203-F8E50F0D4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8310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84D05-BF12-4806-9DA3-587B7D57B7E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268EB-4A61-45F5-8203-F8E50F0D4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34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7B15426-1B1E-648B-976E-7C903CE9A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卒業制作</a:t>
            </a:r>
            <a:r>
              <a:rPr kumimoji="1" lang="en-US" altLang="ja-JP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	</a:t>
            </a:r>
            <a:r>
              <a:rPr kumimoji="1" lang="ja-JP" alt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テーマ・中間発表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DFF4F0-A7D3-F3D6-FE0E-A10244DDC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altLang="ja-JP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25007</a:t>
            </a:r>
            <a:r>
              <a:rPr lang="ja-JP" alt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＿大平凜音</a:t>
            </a:r>
            <a:endParaRPr kumimoji="1" lang="en-US" altLang="ja-JP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8953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4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16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Rectangle 18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F73E25-2415-85AB-E281-8626C3BD8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ja-JP" alt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制作タイトル</a:t>
            </a:r>
            <a:endParaRPr kumimoji="1" lang="en-US" altLang="ja-JP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5FD3A0-D613-B076-E8CD-5DA711098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altLang="ja-JP" sz="36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kumimoji="1" lang="en-US" altLang="ja-JP" sz="36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kumimoji="1" lang="ja-JP" altLang="en-US" sz="3600" dirty="0"/>
              <a:t>１つ目</a:t>
            </a:r>
            <a:r>
              <a:rPr kumimoji="1" lang="en-US" altLang="ja-JP" sz="3600" dirty="0"/>
              <a:t>	</a:t>
            </a:r>
            <a:r>
              <a:rPr kumimoji="1" lang="ja-JP" altLang="en-US" sz="3600" b="1" dirty="0"/>
              <a:t>福岡県の夜景紹介</a:t>
            </a:r>
            <a:endParaRPr kumimoji="1" lang="en-US" altLang="ja-JP" sz="3600" b="1" dirty="0"/>
          </a:p>
          <a:p>
            <a:pPr indent="-228600" algn="l">
              <a:buFont typeface="Arial" panose="020B0604020202020204" pitchFamily="34" charset="0"/>
              <a:buChar char="•"/>
            </a:pPr>
            <a:endParaRPr kumimoji="1" lang="en-US" altLang="ja-JP" sz="36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ja-JP" altLang="en-US" sz="3600" dirty="0"/>
              <a:t>２つ目</a:t>
            </a:r>
            <a:r>
              <a:rPr lang="en-US" altLang="ja-JP" sz="3600" dirty="0"/>
              <a:t>	</a:t>
            </a:r>
            <a:r>
              <a:rPr lang="en-US" altLang="ja-JP" sz="3600" b="1" dirty="0"/>
              <a:t>13</a:t>
            </a:r>
            <a:r>
              <a:rPr lang="ja-JP" altLang="en-US" sz="3600" b="1" dirty="0"/>
              <a:t>キロやせた方法！！</a:t>
            </a:r>
            <a:endParaRPr kumimoji="1" lang="en-US" altLang="ja-JP" sz="3600" b="1" dirty="0"/>
          </a:p>
        </p:txBody>
      </p:sp>
    </p:spTree>
    <p:extLst>
      <p:ext uri="{BB962C8B-B14F-4D97-AF65-F5344CB8AC3E}">
        <p14:creationId xmlns:p14="http://schemas.microsoft.com/office/powerpoint/2010/main" val="3709688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619712B-8DCB-97DC-5A72-B1284E123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kumimoji="1" lang="ja-JP" altLang="en-US" sz="5400"/>
              <a:t>もくじ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E431B520-B51A-11B5-6BE6-2057736599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9832263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4494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55CDE96-730A-7384-31DF-C3D6CDE6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608" y="683419"/>
            <a:ext cx="3494859" cy="5491162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１つ目</a:t>
            </a:r>
            <a:br>
              <a:rPr kumimoji="1" lang="en-US" altLang="ja-JP" dirty="0"/>
            </a:br>
            <a:r>
              <a:rPr kumimoji="1" lang="ja-JP" altLang="en-US" dirty="0"/>
              <a:t>　</a:t>
            </a:r>
            <a:br>
              <a:rPr kumimoji="1" lang="en-US" altLang="ja-JP" dirty="0"/>
            </a:br>
            <a:r>
              <a:rPr lang="ja-JP" altLang="ja-JP" b="1" dirty="0"/>
              <a:t>制作</a:t>
            </a:r>
            <a:r>
              <a:rPr lang="ja-JP" altLang="en-US" b="1" dirty="0"/>
              <a:t>目的</a:t>
            </a:r>
            <a:br>
              <a:rPr lang="ja-JP" altLang="ja-JP" b="1" dirty="0"/>
            </a:br>
            <a:endParaRPr kumimoji="1" lang="ja-JP" altLang="en-US" dirty="0"/>
          </a:p>
        </p:txBody>
      </p:sp>
      <p:graphicFrame>
        <p:nvGraphicFramePr>
          <p:cNvPr id="15" name="コンテンツ プレースホルダー 2">
            <a:extLst>
              <a:ext uri="{FF2B5EF4-FFF2-40B4-BE49-F238E27FC236}">
                <a16:creationId xmlns:a16="http://schemas.microsoft.com/office/drawing/2014/main" id="{7CE525D5-8FBD-B81B-6699-5183680FE9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9924138"/>
              </p:ext>
            </p:extLst>
          </p:nvPr>
        </p:nvGraphicFramePr>
        <p:xfrm>
          <a:off x="3259667" y="1007532"/>
          <a:ext cx="8759098" cy="5321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3321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DA140E3-48D6-21A8-5EB2-7ACF2CBA9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44" y="683419"/>
            <a:ext cx="3494859" cy="5491162"/>
          </a:xfrm>
        </p:spPr>
        <p:txBody>
          <a:bodyPr>
            <a:normAutofit/>
          </a:bodyPr>
          <a:lstStyle/>
          <a:p>
            <a:r>
              <a:rPr lang="ja-JP" altLang="ja-JP" b="1" dirty="0"/>
              <a:t>サイトの構成</a:t>
            </a:r>
            <a:br>
              <a:rPr lang="ja-JP" altLang="ja-JP" b="1" dirty="0"/>
            </a:br>
            <a:endParaRPr kumimoji="1" lang="ja-JP" altLang="en-US" dirty="0"/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2C458BB2-6E12-6A2C-EB57-D80B0CC70B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7692235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515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FFCA1-7A12-5CA7-F91D-0192D011F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165B026-49F7-0725-ADCA-9CB5DF982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466BC0E-FE3B-B35F-8DDC-841123865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1893DCF-CF35-27B8-01F5-3BF30C94E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44" y="683419"/>
            <a:ext cx="3494859" cy="5491162"/>
          </a:xfrm>
        </p:spPr>
        <p:txBody>
          <a:bodyPr>
            <a:normAutofit/>
          </a:bodyPr>
          <a:lstStyle/>
          <a:p>
            <a:r>
              <a:rPr lang="ja-JP" altLang="ja-JP" b="1" dirty="0"/>
              <a:t>サイトの</a:t>
            </a:r>
            <a:r>
              <a:rPr lang="ja-JP" altLang="en-US" b="1" dirty="0"/>
              <a:t>内容</a:t>
            </a:r>
            <a:br>
              <a:rPr lang="ja-JP" altLang="ja-JP" b="1" dirty="0"/>
            </a:br>
            <a:endParaRPr kumimoji="1" lang="ja-JP" altLang="en-US" dirty="0"/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E7CD44CF-2572-5647-3807-AA533497DC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136122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0988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87D012-FF68-A423-E55E-E0990031B53E}"/>
              </a:ext>
            </a:extLst>
          </p:cNvPr>
          <p:cNvSpPr txBox="1"/>
          <p:nvPr/>
        </p:nvSpPr>
        <p:spPr>
          <a:xfrm>
            <a:off x="0" y="497841"/>
            <a:ext cx="4325179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ページ数は４ページにします。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１ページにつき写真を４枚程度掲載し、１枚づつに</a:t>
            </a:r>
            <a:r>
              <a:rPr kumimoji="1"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50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文字くらいの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概要を書きます。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ページ移った際、その場所への　　　　アクセス方法を記述します。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　</a:t>
            </a:r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423E1CF-7A65-DA65-D7B4-F0DF6CC6E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130" y="327980"/>
            <a:ext cx="7857248" cy="5067508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27A042B-9FE3-0E6D-51C3-CCB0E43DDCBA}"/>
              </a:ext>
            </a:extLst>
          </p:cNvPr>
          <p:cNvSpPr txBox="1"/>
          <p:nvPr/>
        </p:nvSpPr>
        <p:spPr>
          <a:xfrm>
            <a:off x="992035" y="3049231"/>
            <a:ext cx="325509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８月に福岡県内の夜景スポットを撮影し写真素材を収集。</a:t>
            </a:r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Photoshop</a:t>
            </a:r>
            <a:r>
              <a:rPr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で写真の色味や明るさを調整・加工する。</a:t>
            </a:r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54490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705D5-EA72-D5C3-BD8F-C92E49F9B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5F053707-14C7-1B15-512C-3FEAADBE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0">
            <a:extLst>
              <a:ext uri="{FF2B5EF4-FFF2-40B4-BE49-F238E27FC236}">
                <a16:creationId xmlns:a16="http://schemas.microsoft.com/office/drawing/2014/main" id="{011976E1-1E7E-DA65-AD78-4C7DEE437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B3EFA51-3B96-2CF9-110B-E900BF725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２つ目</a:t>
            </a:r>
            <a:br>
              <a:rPr kumimoji="1" lang="en-US" altLang="ja-JP" dirty="0"/>
            </a:br>
            <a:r>
              <a:rPr kumimoji="1" lang="ja-JP" altLang="en-US" dirty="0"/>
              <a:t>　</a:t>
            </a:r>
            <a:br>
              <a:rPr kumimoji="1" lang="en-US" altLang="ja-JP" dirty="0"/>
            </a:br>
            <a:r>
              <a:rPr lang="ja-JP" altLang="ja-JP" b="1" dirty="0"/>
              <a:t>制作</a:t>
            </a:r>
            <a:r>
              <a:rPr lang="ja-JP" altLang="en-US" b="1" dirty="0"/>
              <a:t>目的</a:t>
            </a:r>
            <a:br>
              <a:rPr lang="ja-JP" altLang="ja-JP" b="1" dirty="0"/>
            </a:br>
            <a:endParaRPr kumimoji="1" lang="ja-JP" altLang="en-US" dirty="0"/>
          </a:p>
        </p:txBody>
      </p:sp>
      <p:graphicFrame>
        <p:nvGraphicFramePr>
          <p:cNvPr id="15" name="コンテンツ プレースホルダー 2">
            <a:extLst>
              <a:ext uri="{FF2B5EF4-FFF2-40B4-BE49-F238E27FC236}">
                <a16:creationId xmlns:a16="http://schemas.microsoft.com/office/drawing/2014/main" id="{D9468B7C-54C2-11CC-ECBE-459FF50C39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4009600"/>
              </p:ext>
            </p:extLst>
          </p:nvPr>
        </p:nvGraphicFramePr>
        <p:xfrm>
          <a:off x="3767667" y="609600"/>
          <a:ext cx="8187268" cy="5799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6158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E23FF-9099-E911-A2BD-9743C0A18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23E35B-0ABF-A713-DCB3-D762E6BD6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E7485C-81AB-60DF-8C4E-3D68B2610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CB2C183-4DDA-68E6-10F6-3D57C8B5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44" y="683419"/>
            <a:ext cx="3494859" cy="5491162"/>
          </a:xfrm>
        </p:spPr>
        <p:txBody>
          <a:bodyPr>
            <a:normAutofit/>
          </a:bodyPr>
          <a:lstStyle/>
          <a:p>
            <a:r>
              <a:rPr lang="ja-JP" altLang="ja-JP" b="1" dirty="0"/>
              <a:t>サイトの構成</a:t>
            </a:r>
            <a:br>
              <a:rPr lang="ja-JP" altLang="ja-JP" b="1" dirty="0"/>
            </a:br>
            <a:endParaRPr kumimoji="1" lang="ja-JP" altLang="en-US" dirty="0"/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BEBFBB75-66D2-F258-393D-487C4407CD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035316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4712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B0D289-21D5-3F19-FC83-2AD4EE51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5E8A6C3-0FA5-19D3-3CCD-E738C4182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B23FD8C-3280-CD94-C373-14ACFF99B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3F2864C-BDFE-D1A8-2BAD-05AFD2BE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44" y="683419"/>
            <a:ext cx="3494859" cy="5491162"/>
          </a:xfrm>
        </p:spPr>
        <p:txBody>
          <a:bodyPr>
            <a:normAutofit/>
          </a:bodyPr>
          <a:lstStyle/>
          <a:p>
            <a:r>
              <a:rPr lang="ja-JP" altLang="ja-JP" b="1" dirty="0"/>
              <a:t>サイトの</a:t>
            </a:r>
            <a:r>
              <a:rPr lang="ja-JP" altLang="en-US" b="1" dirty="0"/>
              <a:t>内容</a:t>
            </a:r>
            <a:br>
              <a:rPr lang="ja-JP" altLang="ja-JP" b="1" dirty="0"/>
            </a:br>
            <a:endParaRPr kumimoji="1" lang="ja-JP" altLang="en-US" dirty="0"/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92DCE88E-CEE6-B05F-C977-B628A38348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968557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3022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CBD8D-32EE-0C99-2B88-27354A937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7E013D1-870B-4466-79B5-519AC3143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F1F7E849-B94A-5CBA-E6BB-E22C94F3D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85FC780-BC13-92AF-6770-2C279500FECA}"/>
              </a:ext>
            </a:extLst>
          </p:cNvPr>
          <p:cNvSpPr txBox="1"/>
          <p:nvPr/>
        </p:nvSpPr>
        <p:spPr>
          <a:xfrm>
            <a:off x="-26914" y="1047646"/>
            <a:ext cx="4588753" cy="18466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ページ数は４～５ページにします。</a:t>
            </a:r>
            <a:endParaRPr kumimoji="1" lang="en-US" altLang="ja-JP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kumimoji="1"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１ページにつき写真を</a:t>
            </a:r>
            <a:r>
              <a:rPr kumimoji="1" lang="en-US" altLang="ja-JP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4</a:t>
            </a:r>
            <a:r>
              <a:rPr kumimoji="1"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枚程度掲載し、　　　　　　１枚づつに</a:t>
            </a:r>
            <a:r>
              <a:rPr kumimoji="1" lang="en-US" altLang="ja-JP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PFC</a:t>
            </a:r>
            <a:r>
              <a:rPr kumimoji="1"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バランスを書きます。</a:t>
            </a:r>
            <a:endParaRPr kumimoji="1" lang="en-US" altLang="ja-JP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ja-JP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kumimoji="1" lang="en-US" altLang="ja-JP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kumimoji="1" lang="en-US" altLang="ja-JP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ja-JP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ja-JP" sz="20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CA74D0B-D75A-2A28-E44F-96CF39E7D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137" y="712366"/>
            <a:ext cx="7695951" cy="5067508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1B1633-9483-C05E-2C03-01D374303CF7}"/>
              </a:ext>
            </a:extLst>
          </p:cNvPr>
          <p:cNvSpPr txBox="1"/>
          <p:nvPr/>
        </p:nvSpPr>
        <p:spPr>
          <a:xfrm>
            <a:off x="653308" y="3120415"/>
            <a:ext cx="365453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８月に食事内容、トレーニングを撮影し写真素材を収集。</a:t>
            </a:r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Photoshop</a:t>
            </a:r>
            <a:r>
              <a:rPr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で写真の色味や明るさを調整・加工する。</a:t>
            </a:r>
            <a:endParaRPr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65339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3D5B6F3-B625-AAD2-F088-0CAFF6774D42}"/>
              </a:ext>
            </a:extLst>
          </p:cNvPr>
          <p:cNvSpPr txBox="1"/>
          <p:nvPr/>
        </p:nvSpPr>
        <p:spPr>
          <a:xfrm>
            <a:off x="719666" y="423333"/>
            <a:ext cx="4470401" cy="4616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3200" b="1" dirty="0"/>
              <a:t>今後の流れ</a:t>
            </a:r>
          </a:p>
        </p:txBody>
      </p:sp>
      <p:grpSp>
        <p:nvGrpSpPr>
          <p:cNvPr id="22" name="Group 18">
            <a:extLst>
              <a:ext uri="{FF2B5EF4-FFF2-40B4-BE49-F238E27FC236}">
                <a16:creationId xmlns:a16="http://schemas.microsoft.com/office/drawing/2014/main" id="{16C73AF9-0D33-5C66-5D79-0D0129904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D96FD6F-5EE9-36C7-C200-3111EF6D0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2A39BB2-02C1-8A8B-8021-68446E047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874C8A-8FCB-C283-F6C5-E43ADFD50B1F}"/>
              </a:ext>
            </a:extLst>
          </p:cNvPr>
          <p:cNvSpPr txBox="1"/>
          <p:nvPr/>
        </p:nvSpPr>
        <p:spPr>
          <a:xfrm>
            <a:off x="719666" y="423333"/>
            <a:ext cx="2404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sz="2400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6BBCA6C-DA45-AD84-3375-A1196D3D2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95122"/>
              </p:ext>
            </p:extLst>
          </p:nvPr>
        </p:nvGraphicFramePr>
        <p:xfrm>
          <a:off x="2427855" y="1355134"/>
          <a:ext cx="6810232" cy="4912449"/>
        </p:xfrm>
        <a:graphic>
          <a:graphicData uri="http://schemas.openxmlformats.org/drawingml/2006/table">
            <a:tbl>
              <a:tblPr/>
              <a:tblGrid>
                <a:gridCol w="1188166">
                  <a:extLst>
                    <a:ext uri="{9D8B030D-6E8A-4147-A177-3AD203B41FA5}">
                      <a16:colId xmlns:a16="http://schemas.microsoft.com/office/drawing/2014/main" val="2018763903"/>
                    </a:ext>
                  </a:extLst>
                </a:gridCol>
                <a:gridCol w="5622066">
                  <a:extLst>
                    <a:ext uri="{9D8B030D-6E8A-4147-A177-3AD203B41FA5}">
                      <a16:colId xmlns:a16="http://schemas.microsoft.com/office/drawing/2014/main" val="218502001"/>
                    </a:ext>
                  </a:extLst>
                </a:gridCol>
              </a:tblGrid>
              <a:tr h="476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700" dirty="0"/>
                        <a:t>時期</a:t>
                      </a:r>
                    </a:p>
                  </a:txBody>
                  <a:tcPr marL="87596" marR="87596" marT="43797" marB="43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700"/>
                        <a:t>内容</a:t>
                      </a:r>
                    </a:p>
                  </a:txBody>
                  <a:tcPr marL="87596" marR="87596" marT="43797" marB="43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988008"/>
                  </a:ext>
                </a:extLst>
              </a:tr>
              <a:tr h="791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700" b="1"/>
                        <a:t>7月</a:t>
                      </a:r>
                      <a:endParaRPr lang="ja-JP" sz="1700"/>
                    </a:p>
                  </a:txBody>
                  <a:tcPr marL="87596" marR="87596" marT="43797" marB="43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700" dirty="0"/>
                        <a:t>Illustratorでワイヤーフレーム作成</a:t>
                      </a:r>
                    </a:p>
                  </a:txBody>
                  <a:tcPr marL="87596" marR="87596" marT="43797" marB="43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72962"/>
                  </a:ext>
                </a:extLst>
              </a:tr>
              <a:tr h="791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700" b="1"/>
                        <a:t>8月</a:t>
                      </a:r>
                      <a:endParaRPr lang="ja-JP" sz="1700"/>
                    </a:p>
                  </a:txBody>
                  <a:tcPr marL="87596" marR="87596" marT="43797" marB="43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700" dirty="0"/>
                        <a:t>素材</a:t>
                      </a:r>
                      <a:r>
                        <a:rPr lang="ja-JP" sz="1700" dirty="0"/>
                        <a:t>を撮影し、Photoshopで写真を加工・補正</a:t>
                      </a:r>
                    </a:p>
                  </a:txBody>
                  <a:tcPr marL="87596" marR="87596" marT="43797" marB="43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319902"/>
                  </a:ext>
                </a:extLst>
              </a:tr>
              <a:tr h="476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700" b="1"/>
                        <a:t>9月</a:t>
                      </a:r>
                      <a:endParaRPr lang="ja-JP" sz="1700"/>
                    </a:p>
                  </a:txBody>
                  <a:tcPr marL="87596" marR="87596" marT="43797" marB="43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700" dirty="0"/>
                        <a:t>HTML・CSSでWebサイトを制作</a:t>
                      </a:r>
                      <a:r>
                        <a:rPr lang="ja-JP" altLang="en-US" sz="1700" dirty="0"/>
                        <a:t>開始</a:t>
                      </a:r>
                      <a:endParaRPr lang="ja-JP" sz="1700" dirty="0"/>
                    </a:p>
                  </a:txBody>
                  <a:tcPr marL="87596" marR="87596" marT="43797" marB="43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190529"/>
                  </a:ext>
                </a:extLst>
              </a:tr>
              <a:tr h="791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700" b="1"/>
                        <a:t>10月</a:t>
                      </a:r>
                      <a:endParaRPr lang="ja-JP" sz="1700"/>
                    </a:p>
                  </a:txBody>
                  <a:tcPr marL="87596" marR="87596" marT="43797" marB="43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700" dirty="0"/>
                        <a:t>デザイン調整</a:t>
                      </a:r>
                      <a:r>
                        <a:rPr lang="ja-JP" altLang="en-US" sz="1700" dirty="0"/>
                        <a:t>、コーディング</a:t>
                      </a:r>
                      <a:endParaRPr lang="ja-JP" sz="1700" dirty="0"/>
                    </a:p>
                  </a:txBody>
                  <a:tcPr marL="87596" marR="87596" marT="43797" marB="43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659929"/>
                  </a:ext>
                </a:extLst>
              </a:tr>
              <a:tr h="791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700" b="1"/>
                        <a:t>11月</a:t>
                      </a:r>
                      <a:endParaRPr lang="ja-JP" sz="1700"/>
                    </a:p>
                  </a:txBody>
                  <a:tcPr marL="87596" marR="87596" marT="43797" marB="43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700" dirty="0"/>
                        <a:t>Webサイトの修正・動作確認、</a:t>
                      </a:r>
                      <a:r>
                        <a:rPr lang="ja-JP" sz="1700" b="1" dirty="0"/>
                        <a:t>ポスターのデザイン制作</a:t>
                      </a:r>
                      <a:endParaRPr lang="ja-JP" sz="1700" dirty="0"/>
                    </a:p>
                  </a:txBody>
                  <a:tcPr marL="87596" marR="87596" marT="43797" marB="43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361872"/>
                  </a:ext>
                </a:extLst>
              </a:tr>
              <a:tr h="791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700" b="1" dirty="0"/>
                        <a:t>12月</a:t>
                      </a:r>
                      <a:endParaRPr lang="ja-JP" sz="1700" dirty="0"/>
                    </a:p>
                  </a:txBody>
                  <a:tcPr marL="87596" marR="87596" marT="43797" marB="43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1700" dirty="0"/>
                        <a:t>ポスター完成</a:t>
                      </a:r>
                      <a:r>
                        <a:rPr lang="ja-JP" altLang="en-US" sz="1700" dirty="0"/>
                        <a:t>、テーマ２つ目に入る</a:t>
                      </a:r>
                      <a:endParaRPr lang="ja-JP" sz="1700" dirty="0"/>
                    </a:p>
                  </a:txBody>
                  <a:tcPr marL="87596" marR="87596" marT="43797" marB="43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876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84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199</TotalTime>
  <Words>403</Words>
  <Application>Microsoft Office PowerPoint</Application>
  <PresentationFormat>ワイド画面</PresentationFormat>
  <Paragraphs>75</Paragraphs>
  <Slides>12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BIZ UDゴシック</vt:lpstr>
      <vt:lpstr>游ゴシック</vt:lpstr>
      <vt:lpstr>Arial</vt:lpstr>
      <vt:lpstr>Calibri</vt:lpstr>
      <vt:lpstr>Calibri Light</vt:lpstr>
      <vt:lpstr>Office 2013 - 2022 テーマ</vt:lpstr>
      <vt:lpstr>卒業制作 テーマ・中間発表</vt:lpstr>
      <vt:lpstr>制作タイトル</vt:lpstr>
      <vt:lpstr>もくじ</vt:lpstr>
      <vt:lpstr>１つ目 　 制作目的 </vt:lpstr>
      <vt:lpstr>サイトの構成 </vt:lpstr>
      <vt:lpstr>サイトの内容 </vt:lpstr>
      <vt:lpstr>PowerPoint プレゼンテーション</vt:lpstr>
      <vt:lpstr>２つ目 　 制作目的 </vt:lpstr>
      <vt:lpstr>サイトの構成 </vt:lpstr>
      <vt:lpstr>サイトの内容 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大平　凜音</dc:creator>
  <cp:lastModifiedBy>大平　凜音</cp:lastModifiedBy>
  <cp:revision>4</cp:revision>
  <dcterms:created xsi:type="dcterms:W3CDTF">2026-06-29T04:19:42Z</dcterms:created>
  <dcterms:modified xsi:type="dcterms:W3CDTF">2026-07-06T05:18:26Z</dcterms:modified>
</cp:coreProperties>
</file>