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64" r:id="rId5"/>
    <p:sldId id="266" r:id="rId6"/>
    <p:sldId id="261" r:id="rId7"/>
    <p:sldId id="262" r:id="rId8"/>
    <p:sldId id="265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32D0AF28-D0FA-4F65-B2F7-23AAEEEE0F94}">
      <dgm:prSet custT="1"/>
      <dgm:spPr/>
      <dgm:t>
        <a:bodyPr/>
        <a:lstStyle/>
        <a:p>
          <a:r>
            <a:rPr lang="ja-JP" altLang="en-US" sz="4800" dirty="0"/>
            <a:t>福岡の夜景を整理し、</a:t>
          </a:r>
          <a:endParaRPr lang="en-US" altLang="ja-JP" sz="4800" dirty="0"/>
        </a:p>
        <a:p>
          <a:r>
            <a:rPr lang="ja-JP" sz="4800" dirty="0"/>
            <a:t>観光</a:t>
          </a:r>
          <a:r>
            <a:rPr lang="ja-JP" altLang="en-US" sz="4800" dirty="0"/>
            <a:t>・</a:t>
          </a:r>
          <a:r>
            <a:rPr lang="ja-JP" sz="4800" dirty="0"/>
            <a:t>ドライブで使</a:t>
          </a:r>
          <a:r>
            <a:rPr lang="ja-JP" altLang="en-US" sz="4800" dirty="0"/>
            <a:t>える</a:t>
          </a:r>
          <a:r>
            <a:rPr lang="ja-JP" sz="4800" dirty="0"/>
            <a:t>情報サイトを目指す</a:t>
          </a:r>
          <a:endParaRPr lang="en-US" sz="4800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/>
        </a:p>
      </dgm:t>
    </dgm:pt>
    <dgm:pt modelId="{FAF3DC12-E2A9-4756-B3F3-05EF6EEEFCB2}" type="pres">
      <dgm:prSet presAssocID="{BF36AB4D-68B9-48A2-8150-4DDA94F9E14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59CBDA7-93F3-46EA-A1C6-77D3D8338590}" type="pres">
      <dgm:prSet presAssocID="{32D0AF28-D0FA-4F65-B2F7-23AAEEEE0F94}" presName="root" presStyleCnt="0"/>
      <dgm:spPr/>
    </dgm:pt>
    <dgm:pt modelId="{43B10BFC-DB0B-45B8-A90D-8E123D3939B8}" type="pres">
      <dgm:prSet presAssocID="{32D0AF28-D0FA-4F65-B2F7-23AAEEEE0F94}" presName="rootComposite" presStyleCnt="0"/>
      <dgm:spPr/>
    </dgm:pt>
    <dgm:pt modelId="{C0F6B9BB-A39E-4A6E-A407-173B59A17A04}" type="pres">
      <dgm:prSet presAssocID="{32D0AF28-D0FA-4F65-B2F7-23AAEEEE0F94}" presName="rootText" presStyleLbl="node1" presStyleIdx="0" presStyleCnt="1"/>
      <dgm:spPr/>
    </dgm:pt>
    <dgm:pt modelId="{31C5EF23-1F2D-491E-9123-C2BC704F9FCD}" type="pres">
      <dgm:prSet presAssocID="{32D0AF28-D0FA-4F65-B2F7-23AAEEEE0F94}" presName="rootConnector" presStyleLbl="node1" presStyleIdx="0" presStyleCnt="1"/>
      <dgm:spPr/>
    </dgm:pt>
    <dgm:pt modelId="{02692D66-F959-45E2-8D08-421BB6C66BBA}" type="pres">
      <dgm:prSet presAssocID="{32D0AF28-D0FA-4F65-B2F7-23AAEEEE0F94}" presName="childShape" presStyleCnt="0"/>
      <dgm:spPr/>
    </dgm:pt>
  </dgm:ptLst>
  <dgm:cxnLst>
    <dgm:cxn modelId="{CE39171B-41C4-4A7C-AB5A-691B3C6AEBE5}" type="presOf" srcId="{32D0AF28-D0FA-4F65-B2F7-23AAEEEE0F94}" destId="{C0F6B9BB-A39E-4A6E-A407-173B59A17A04}" srcOrd="0" destOrd="0" presId="urn:microsoft.com/office/officeart/2005/8/layout/hierarchy3"/>
    <dgm:cxn modelId="{A258CA60-FD24-40FA-9C66-85FE1B7A893D}" type="presOf" srcId="{32D0AF28-D0FA-4F65-B2F7-23AAEEEE0F94}" destId="{31C5EF23-1F2D-491E-9123-C2BC704F9FCD}" srcOrd="1" destOrd="0" presId="urn:microsoft.com/office/officeart/2005/8/layout/hierarchy3"/>
    <dgm:cxn modelId="{00F7939B-576A-4F5A-80EF-EC73A06AF356}" type="presOf" srcId="{BF36AB4D-68B9-48A2-8150-4DDA94F9E141}" destId="{FAF3DC12-E2A9-4756-B3F3-05EF6EEEFCB2}" srcOrd="0" destOrd="0" presId="urn:microsoft.com/office/officeart/2005/8/layout/hierarchy3"/>
    <dgm:cxn modelId="{DB6B11AB-7A3D-4C5F-9973-C80F8319E836}" srcId="{BF36AB4D-68B9-48A2-8150-4DDA94F9E141}" destId="{32D0AF28-D0FA-4F65-B2F7-23AAEEEE0F94}" srcOrd="0" destOrd="0" parTransId="{4B84B4DB-380C-4981-A74E-F50124B68B1F}" sibTransId="{8A3CF4E5-3706-415E-9D31-BFE21C2F1426}"/>
    <dgm:cxn modelId="{C5D5C954-ECF0-4B3A-A106-450BA47CE525}" type="presParOf" srcId="{FAF3DC12-E2A9-4756-B3F3-05EF6EEEFCB2}" destId="{C59CBDA7-93F3-46EA-A1C6-77D3D8338590}" srcOrd="0" destOrd="0" presId="urn:microsoft.com/office/officeart/2005/8/layout/hierarchy3"/>
    <dgm:cxn modelId="{79CCB044-87EF-4A5B-B689-8E4DC8A6F62F}" type="presParOf" srcId="{C59CBDA7-93F3-46EA-A1C6-77D3D8338590}" destId="{43B10BFC-DB0B-45B8-A90D-8E123D3939B8}" srcOrd="0" destOrd="0" presId="urn:microsoft.com/office/officeart/2005/8/layout/hierarchy3"/>
    <dgm:cxn modelId="{42801846-C805-4E35-81D7-6FA7EDC78A2A}" type="presParOf" srcId="{43B10BFC-DB0B-45B8-A90D-8E123D3939B8}" destId="{C0F6B9BB-A39E-4A6E-A407-173B59A17A04}" srcOrd="0" destOrd="0" presId="urn:microsoft.com/office/officeart/2005/8/layout/hierarchy3"/>
    <dgm:cxn modelId="{FB298C0F-5533-447D-8A90-F752627EE665}" type="presParOf" srcId="{43B10BFC-DB0B-45B8-A90D-8E123D3939B8}" destId="{31C5EF23-1F2D-491E-9123-C2BC704F9FCD}" srcOrd="1" destOrd="0" presId="urn:microsoft.com/office/officeart/2005/8/layout/hierarchy3"/>
    <dgm:cxn modelId="{621D87C0-592B-4963-B731-E26861AE59D0}" type="presParOf" srcId="{C59CBDA7-93F3-46EA-A1C6-77D3D8338590}" destId="{02692D66-F959-45E2-8D08-421BB6C66BBA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/>
            <a:t>トップページ </a:t>
          </a:r>
          <a:r>
            <a:rPr lang="en-US"/>
            <a:t>(HOME)</a:t>
          </a:r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/>
            <a:t>福岡市・近郊エリア</a:t>
          </a:r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/>
            <a:t>筑紫・筑後エリア</a:t>
          </a:r>
          <a:endParaRPr lang="en-US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/>
            <a:t>北九州エリア</a:t>
          </a:r>
          <a:endParaRPr lang="en-US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皿倉山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2EC38DB5-44ED-411C-9BBD-93D4E19C83E5}">
      <dgm:prSet/>
      <dgm:spPr/>
      <dgm:t>
        <a:bodyPr/>
        <a:lstStyle/>
        <a:p>
          <a:r>
            <a:rPr lang="ja-JP" dirty="0"/>
            <a:t>星野村 </a:t>
          </a:r>
          <a:endParaRPr kumimoji="1" lang="ja-JP" altLang="en-US" dirty="0"/>
        </a:p>
      </dgm:t>
    </dgm:pt>
    <dgm:pt modelId="{1D6F5D7D-85FF-4BF7-AAA4-E413B2526BB9}" type="par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24413E46-EA5C-405F-975B-82A615255774}" type="sib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7D35E113-47B4-4232-B871-D957DCA34083}">
      <dgm:prSet/>
      <dgm:spPr/>
      <dgm:t>
        <a:bodyPr/>
        <a:lstStyle/>
        <a:p>
          <a:r>
            <a:rPr lang="ja-JP" dirty="0"/>
            <a:t>油山 </a:t>
          </a:r>
          <a:endParaRPr lang="en-US" dirty="0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0AFBBC78-51B9-46B1-BACC-07DA3E19E596}">
      <dgm:prSet/>
      <dgm:spPr/>
      <dgm:t>
        <a:bodyPr/>
        <a:lstStyle/>
        <a:p>
          <a:pPr>
            <a:buNone/>
          </a:pPr>
          <a:r>
            <a:rPr lang="ja-JP" altLang="en-US" dirty="0"/>
            <a:t>夜景人気ランキング</a:t>
          </a:r>
          <a:r>
            <a:rPr lang="ja-JP" dirty="0"/>
            <a:t> </a:t>
          </a:r>
          <a:endParaRPr lang="en-US" altLang="ja-JP" dirty="0"/>
        </a:p>
      </dgm:t>
    </dgm:pt>
    <dgm:pt modelId="{39410DC5-FF58-41DA-B23B-3958571B207B}" type="sib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D81A28B-983F-4F8D-AEA2-119C5E0330F1}" type="par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43FC0598-9AF0-47A5-BAEE-584E4181E74C}" type="pres">
      <dgm:prSet presAssocID="{0AFBBC78-51B9-46B1-BACC-07DA3E19E59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74B95D0-4B28-40E6-A5A5-4BD7B4368A41}" type="pres">
      <dgm:prSet presAssocID="{39410DC5-FF58-41DA-B23B-3958571B207B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55313E15-881D-4D9D-9908-B6EC10BD2928}" type="pres">
      <dgm:prSet presAssocID="{2EC38DB5-44ED-411C-9BBD-93D4E19C83E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4BC9466-AE6C-43EB-A089-571477F9B14E}" type="pres">
      <dgm:prSet presAssocID="{24413E46-EA5C-405F-975B-82A615255774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835D365-305A-494B-BFE3-5FF18E8236AB}" type="presOf" srcId="{0AFBBC78-51B9-46B1-BACC-07DA3E19E596}" destId="{43FC0598-9AF0-47A5-BAEE-584E4181E74C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174F396-4E66-4CF6-BBD5-E5F6B6BF1224}" srcId="{8C801ED2-88F9-40E5-A2EF-B166A14409F3}" destId="{0AFBBC78-51B9-46B1-BACC-07DA3E19E596}" srcOrd="0" destOrd="0" parTransId="{DD81A28B-983F-4F8D-AEA2-119C5E0330F1}" sibTransId="{39410DC5-FF58-41DA-B23B-3958571B207B}"/>
    <dgm:cxn modelId="{77ECBFBB-88C5-4B55-9A12-C44F65EE451C}" type="presOf" srcId="{2EC38DB5-44ED-411C-9BBD-93D4E19C83E5}" destId="{55313E15-881D-4D9D-9908-B6EC10BD2928}" srcOrd="0" destOrd="0" presId="urn:microsoft.com/office/officeart/2005/8/layout/vList2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2F6469F0-4A0E-42A3-95F2-39ACDA56DEBE}" srcId="{8C801ED2-88F9-40E5-A2EF-B166A14409F3}" destId="{2EC38DB5-44ED-411C-9BBD-93D4E19C83E5}" srcOrd="2" destOrd="0" parTransId="{1D6F5D7D-85FF-4BF7-AAA4-E413B2526BB9}" sibTransId="{24413E46-EA5C-405F-975B-82A615255774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B48D165A-136D-4552-92C6-7DBF33F6C175}" type="presParOf" srcId="{DED5BF79-D7FB-476E-B15D-93C618EFC4E3}" destId="{43FC0598-9AF0-47A5-BAEE-584E4181E74C}" srcOrd="0" destOrd="0" presId="urn:microsoft.com/office/officeart/2005/8/layout/vList2"/>
    <dgm:cxn modelId="{2EDF76F1-EF0F-43B6-9CCB-1BB152261BC7}" type="presParOf" srcId="{DED5BF79-D7FB-476E-B15D-93C618EFC4E3}" destId="{374B95D0-4B28-40E6-A5A5-4BD7B4368A41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4B3C2FBF-ECD0-4AEB-8AA6-B27DCE504FCC}" type="presParOf" srcId="{DED5BF79-D7FB-476E-B15D-93C618EFC4E3}" destId="{55313E15-881D-4D9D-9908-B6EC10BD2928}" srcOrd="4" destOrd="0" presId="urn:microsoft.com/office/officeart/2005/8/layout/vList2"/>
    <dgm:cxn modelId="{AEA4E765-34C0-405E-8EE9-0F9D45DCC19E}" type="presParOf" srcId="{DED5BF79-D7FB-476E-B15D-93C618EFC4E3}" destId="{14BC9466-AE6C-43EB-A089-571477F9B14E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835F68-70E5-40F9-9269-66989606866E}">
      <dgm:prSet/>
      <dgm:spPr/>
      <dgm:t>
        <a:bodyPr/>
        <a:lstStyle/>
        <a:p>
          <a:r>
            <a:rPr kumimoji="1" lang="ja-JP" dirty="0"/>
            <a:t>13kg減量した経験をもとに構成 </a:t>
          </a:r>
          <a:endParaRPr lang="en-US" dirty="0"/>
        </a:p>
      </dgm:t>
    </dgm:pt>
    <dgm:pt modelId="{2E6F0A49-6E29-44FE-B2EB-9CA86E66B24C}" type="parTrans" cxnId="{0B4FAD78-FC92-4C7B-8A4F-E52D208D4D51}">
      <dgm:prSet/>
      <dgm:spPr/>
      <dgm:t>
        <a:bodyPr/>
        <a:lstStyle/>
        <a:p>
          <a:endParaRPr lang="en-US"/>
        </a:p>
      </dgm:t>
    </dgm:pt>
    <dgm:pt modelId="{C9E9004A-C84D-476D-99CE-F3912DD8F096}" type="sibTrans" cxnId="{0B4FAD78-FC92-4C7B-8A4F-E52D208D4D51}">
      <dgm:prSet/>
      <dgm:spPr/>
      <dgm:t>
        <a:bodyPr/>
        <a:lstStyle/>
        <a:p>
          <a:endParaRPr lang="en-US"/>
        </a:p>
      </dgm:t>
    </dgm:pt>
    <dgm:pt modelId="{32D0AF28-D0FA-4F65-B2F7-23AAEEEE0F94}">
      <dgm:prSet/>
      <dgm:spPr/>
      <dgm:t>
        <a:bodyPr/>
        <a:lstStyle/>
        <a:p>
          <a:r>
            <a:rPr kumimoji="1" lang="ja-JP" dirty="0"/>
            <a:t>食事・運動・生活習慣を紹介 </a:t>
          </a:r>
          <a:endParaRPr lang="en-US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/>
        </a:p>
      </dgm:t>
    </dgm:pt>
    <dgm:pt modelId="{8E4530D3-8653-4CBB-B4E3-550BF0D8D9EF}">
      <dgm:prSet/>
      <dgm:spPr/>
      <dgm:t>
        <a:bodyPr/>
        <a:lstStyle/>
        <a:p>
          <a:r>
            <a:rPr kumimoji="1" lang="ja-JP" dirty="0"/>
            <a:t>初心者でも真似できる内容にする </a:t>
          </a:r>
          <a:endParaRPr lang="en-US" dirty="0"/>
        </a:p>
      </dgm:t>
    </dgm:pt>
    <dgm:pt modelId="{D8187686-73C9-4CE8-8C2E-8D4C627E93BE}" type="parTrans" cxnId="{4CF6FBEE-4E02-4813-8CA8-5C23BCD79343}">
      <dgm:prSet/>
      <dgm:spPr/>
      <dgm:t>
        <a:bodyPr/>
        <a:lstStyle/>
        <a:p>
          <a:endParaRPr lang="en-US"/>
        </a:p>
      </dgm:t>
    </dgm:pt>
    <dgm:pt modelId="{2838EEA9-E7A5-4831-927A-A4C8DBEC77F1}" type="sibTrans" cxnId="{4CF6FBEE-4E02-4813-8CA8-5C23BCD79343}">
      <dgm:prSet/>
      <dgm:spPr/>
      <dgm:t>
        <a:bodyPr/>
        <a:lstStyle/>
        <a:p>
          <a:endParaRPr lang="en-US"/>
        </a:p>
      </dgm:t>
    </dgm:pt>
    <dgm:pt modelId="{59E3FFAE-0611-4528-AEAC-2D1EC6079493}" type="pres">
      <dgm:prSet presAssocID="{BF36AB4D-68B9-48A2-8150-4DDA94F9E141}" presName="linear" presStyleCnt="0">
        <dgm:presLayoutVars>
          <dgm:animLvl val="lvl"/>
          <dgm:resizeHandles val="exact"/>
        </dgm:presLayoutVars>
      </dgm:prSet>
      <dgm:spPr/>
    </dgm:pt>
    <dgm:pt modelId="{23AD429A-2CA8-43A8-B86C-C0E0C4C63593}" type="pres">
      <dgm:prSet presAssocID="{70835F68-70E5-40F9-9269-66989606866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B7F09B-3C7F-472A-BF1D-72BE8197C4DB}" type="pres">
      <dgm:prSet presAssocID="{C9E9004A-C84D-476D-99CE-F3912DD8F096}" presName="spacer" presStyleCnt="0"/>
      <dgm:spPr/>
    </dgm:pt>
    <dgm:pt modelId="{2A6F186D-70E5-460D-AB72-DBDFED6C7F62}" type="pres">
      <dgm:prSet presAssocID="{32D0AF28-D0FA-4F65-B2F7-23AAEEEE0F9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41E1828-20B9-4F6F-8DB1-5141D1C23354}" type="pres">
      <dgm:prSet presAssocID="{8A3CF4E5-3706-415E-9D31-BFE21C2F1426}" presName="spacer" presStyleCnt="0"/>
      <dgm:spPr/>
    </dgm:pt>
    <dgm:pt modelId="{F23E8ED6-D8CC-45B1-829B-28A75C22DF82}" type="pres">
      <dgm:prSet presAssocID="{8E4530D3-8653-4CBB-B4E3-550BF0D8D9E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6227C5D-FB3C-4F5C-8FB6-A95B14078291}" type="presOf" srcId="{32D0AF28-D0FA-4F65-B2F7-23AAEEEE0F94}" destId="{2A6F186D-70E5-460D-AB72-DBDFED6C7F62}" srcOrd="0" destOrd="0" presId="urn:microsoft.com/office/officeart/2005/8/layout/vList2"/>
    <dgm:cxn modelId="{467E2654-C68D-4EB7-9AA2-EB984F84FD49}" type="presOf" srcId="{8E4530D3-8653-4CBB-B4E3-550BF0D8D9EF}" destId="{F23E8ED6-D8CC-45B1-829B-28A75C22DF82}" srcOrd="0" destOrd="0" presId="urn:microsoft.com/office/officeart/2005/8/layout/vList2"/>
    <dgm:cxn modelId="{0B4FAD78-FC92-4C7B-8A4F-E52D208D4D51}" srcId="{BF36AB4D-68B9-48A2-8150-4DDA94F9E141}" destId="{70835F68-70E5-40F9-9269-66989606866E}" srcOrd="0" destOrd="0" parTransId="{2E6F0A49-6E29-44FE-B2EB-9CA86E66B24C}" sibTransId="{C9E9004A-C84D-476D-99CE-F3912DD8F096}"/>
    <dgm:cxn modelId="{7850E3AA-2F77-4CA9-BA41-9D0DD7F799F7}" type="presOf" srcId="{70835F68-70E5-40F9-9269-66989606866E}" destId="{23AD429A-2CA8-43A8-B86C-C0E0C4C63593}" srcOrd="0" destOrd="0" presId="urn:microsoft.com/office/officeart/2005/8/layout/vList2"/>
    <dgm:cxn modelId="{DB6B11AB-7A3D-4C5F-9973-C80F8319E836}" srcId="{BF36AB4D-68B9-48A2-8150-4DDA94F9E141}" destId="{32D0AF28-D0FA-4F65-B2F7-23AAEEEE0F94}" srcOrd="1" destOrd="0" parTransId="{4B84B4DB-380C-4981-A74E-F50124B68B1F}" sibTransId="{8A3CF4E5-3706-415E-9D31-BFE21C2F1426}"/>
    <dgm:cxn modelId="{8A434EC4-F8ED-4457-A3CE-612196B426FF}" type="presOf" srcId="{BF36AB4D-68B9-48A2-8150-4DDA94F9E141}" destId="{59E3FFAE-0611-4528-AEAC-2D1EC6079493}" srcOrd="0" destOrd="0" presId="urn:microsoft.com/office/officeart/2005/8/layout/vList2"/>
    <dgm:cxn modelId="{4CF6FBEE-4E02-4813-8CA8-5C23BCD79343}" srcId="{BF36AB4D-68B9-48A2-8150-4DDA94F9E141}" destId="{8E4530D3-8653-4CBB-B4E3-550BF0D8D9EF}" srcOrd="2" destOrd="0" parTransId="{D8187686-73C9-4CE8-8C2E-8D4C627E93BE}" sibTransId="{2838EEA9-E7A5-4831-927A-A4C8DBEC77F1}"/>
    <dgm:cxn modelId="{A8E2A606-5109-446C-9ED0-A264D7CB7C87}" type="presParOf" srcId="{59E3FFAE-0611-4528-AEAC-2D1EC6079493}" destId="{23AD429A-2CA8-43A8-B86C-C0E0C4C63593}" srcOrd="0" destOrd="0" presId="urn:microsoft.com/office/officeart/2005/8/layout/vList2"/>
    <dgm:cxn modelId="{935043A9-DFBF-40E2-B5FE-72B0E4788DCA}" type="presParOf" srcId="{59E3FFAE-0611-4528-AEAC-2D1EC6079493}" destId="{93B7F09B-3C7F-472A-BF1D-72BE8197C4DB}" srcOrd="1" destOrd="0" presId="urn:microsoft.com/office/officeart/2005/8/layout/vList2"/>
    <dgm:cxn modelId="{A0A44388-6736-43B7-8B80-C57BDD87009A}" type="presParOf" srcId="{59E3FFAE-0611-4528-AEAC-2D1EC6079493}" destId="{2A6F186D-70E5-460D-AB72-DBDFED6C7F62}" srcOrd="2" destOrd="0" presId="urn:microsoft.com/office/officeart/2005/8/layout/vList2"/>
    <dgm:cxn modelId="{2CFF8EBA-F1F5-44DD-9BA9-0BA67B511B61}" type="presParOf" srcId="{59E3FFAE-0611-4528-AEAC-2D1EC6079493}" destId="{341E1828-20B9-4F6F-8DB1-5141D1C23354}" srcOrd="3" destOrd="0" presId="urn:microsoft.com/office/officeart/2005/8/layout/vList2"/>
    <dgm:cxn modelId="{22BAAD89-B7FA-4FD6-BDB8-D4E2C53BE5A9}" type="presParOf" srcId="{59E3FFAE-0611-4528-AEAC-2D1EC6079493}" destId="{F23E8ED6-D8CC-45B1-829B-28A75C22DF8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食事管理方法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食事内容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一日のスケジュール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運動内容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食事内容の記録、基礎代謝の出し方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実際の食事例、</a:t>
          </a:r>
          <a:r>
            <a:rPr lang="en-US" altLang="ja-JP" dirty="0"/>
            <a:t>PFC</a:t>
          </a:r>
          <a:r>
            <a:rPr lang="ja-JP" altLang="en-US" dirty="0"/>
            <a:t>バランスの大切さ・意味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１日の中で痩せるためにやるべ事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家でできる運動（ジムの場合も書く）</a:t>
          </a:r>
          <a:endParaRPr lang="en-US" altLang="ja-JP" dirty="0"/>
        </a:p>
        <a:p>
          <a:r>
            <a:rPr lang="ja-JP" altLang="en-US" dirty="0"/>
            <a:t>痩せるための考え方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 custLinFactNeighborY="-11758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F6B9BB-A39E-4A6E-A407-173B59A17A04}">
      <dsp:nvSpPr>
        <dsp:cNvPr id="0" name=""/>
        <dsp:cNvSpPr/>
      </dsp:nvSpPr>
      <dsp:spPr>
        <a:xfrm>
          <a:off x="0" y="543231"/>
          <a:ext cx="7522890" cy="376144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60960" rIns="91440" bIns="6096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800" kern="1200" dirty="0"/>
            <a:t>福岡の夜景を整理し、</a:t>
          </a:r>
          <a:endParaRPr lang="en-US" altLang="ja-JP" sz="4800" kern="1200" dirty="0"/>
        </a:p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800" kern="1200" dirty="0"/>
            <a:t>観光</a:t>
          </a:r>
          <a:r>
            <a:rPr lang="ja-JP" altLang="en-US" sz="4800" kern="1200" dirty="0"/>
            <a:t>・</a:t>
          </a:r>
          <a:r>
            <a:rPr lang="ja-JP" sz="4800" kern="1200" dirty="0"/>
            <a:t>ドライブで使</a:t>
          </a:r>
          <a:r>
            <a:rPr lang="ja-JP" altLang="en-US" sz="4800" kern="1200" dirty="0"/>
            <a:t>える</a:t>
          </a:r>
          <a:r>
            <a:rPr lang="ja-JP" sz="4800" kern="1200" dirty="0"/>
            <a:t>情報サイトを目指す</a:t>
          </a:r>
          <a:endParaRPr lang="en-US" sz="4800" kern="1200" dirty="0"/>
        </a:p>
      </dsp:txBody>
      <dsp:txXfrm>
        <a:off x="110169" y="653400"/>
        <a:ext cx="7302552" cy="35411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トップページ </a:t>
          </a:r>
          <a:r>
            <a:rPr lang="en-US" sz="4000" kern="1200"/>
            <a:t>(HOME)</a:t>
          </a:r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福岡市・近郊エリア</a:t>
          </a:r>
          <a:endParaRPr lang="en-US" sz="4000" kern="120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筑紫・筑後エリア</a:t>
          </a:r>
          <a:endParaRPr lang="en-US" sz="4000" kern="120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北九州エリア</a:t>
          </a:r>
          <a:endParaRPr lang="en-US" sz="4000" kern="1200"/>
        </a:p>
      </dsp:txBody>
      <dsp:txXfrm>
        <a:off x="59399" y="4118381"/>
        <a:ext cx="6532455" cy="10980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FC0598-9AF0-47A5-BAEE-584E4181E74C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夜景人気ランキング</a:t>
          </a:r>
          <a:r>
            <a:rPr lang="ja-JP" sz="4000" kern="1200" dirty="0"/>
            <a:t> </a:t>
          </a:r>
          <a:endParaRPr lang="en-US" altLang="ja-JP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油山 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55313E15-881D-4D9D-9908-B6EC10BD2928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星野村 </a:t>
          </a:r>
          <a:endParaRPr kumimoji="1" lang="ja-JP" alt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皿倉山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D429A-2CA8-43A8-B86C-C0E0C4C63593}">
      <dsp:nvSpPr>
        <dsp:cNvPr id="0" name=""/>
        <dsp:cNvSpPr/>
      </dsp:nvSpPr>
      <dsp:spPr>
        <a:xfrm>
          <a:off x="0" y="629084"/>
          <a:ext cx="7522890" cy="11255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13kg減量した経験をもとに構成 </a:t>
          </a:r>
          <a:endParaRPr lang="en-US" sz="3700" kern="1200" dirty="0"/>
        </a:p>
      </dsp:txBody>
      <dsp:txXfrm>
        <a:off x="54944" y="684028"/>
        <a:ext cx="7413002" cy="1015652"/>
      </dsp:txXfrm>
    </dsp:sp>
    <dsp:sp modelId="{2A6F186D-70E5-460D-AB72-DBDFED6C7F62}">
      <dsp:nvSpPr>
        <dsp:cNvPr id="0" name=""/>
        <dsp:cNvSpPr/>
      </dsp:nvSpPr>
      <dsp:spPr>
        <a:xfrm>
          <a:off x="0" y="1861184"/>
          <a:ext cx="7522890" cy="1125540"/>
        </a:xfrm>
        <a:prstGeom prst="roundRect">
          <a:avLst/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食事・運動・生活習慣を紹介 </a:t>
          </a:r>
          <a:endParaRPr lang="en-US" sz="3700" kern="1200" dirty="0"/>
        </a:p>
      </dsp:txBody>
      <dsp:txXfrm>
        <a:off x="54944" y="1916128"/>
        <a:ext cx="7413002" cy="1015652"/>
      </dsp:txXfrm>
    </dsp:sp>
    <dsp:sp modelId="{F23E8ED6-D8CC-45B1-829B-28A75C22DF82}">
      <dsp:nvSpPr>
        <dsp:cNvPr id="0" name=""/>
        <dsp:cNvSpPr/>
      </dsp:nvSpPr>
      <dsp:spPr>
        <a:xfrm>
          <a:off x="0" y="3093284"/>
          <a:ext cx="7522890" cy="112554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初心者でも真似できる内容にする </a:t>
          </a:r>
          <a:endParaRPr lang="en-US" sz="3700" kern="1200" dirty="0"/>
        </a:p>
      </dsp:txBody>
      <dsp:txXfrm>
        <a:off x="54944" y="3148228"/>
        <a:ext cx="7413002" cy="101565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食事管理方法</a:t>
          </a:r>
          <a:endParaRPr lang="en-US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食事内容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一日のスケジュール</a:t>
          </a:r>
          <a:endParaRPr 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運動内容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3308"/>
          <a:ext cx="6651253" cy="125767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食事内容の記録、基礎代謝の出し方</a:t>
          </a:r>
          <a:endParaRPr lang="en-US" sz="2100" kern="1200" dirty="0"/>
        </a:p>
      </dsp:txBody>
      <dsp:txXfrm>
        <a:off x="61395" y="124703"/>
        <a:ext cx="6528463" cy="1134886"/>
      </dsp:txXfrm>
    </dsp:sp>
    <dsp:sp modelId="{FB10E1EB-ED69-4FAC-83CE-B5634D1C42FF}">
      <dsp:nvSpPr>
        <dsp:cNvPr id="0" name=""/>
        <dsp:cNvSpPr/>
      </dsp:nvSpPr>
      <dsp:spPr>
        <a:xfrm>
          <a:off x="0" y="1381465"/>
          <a:ext cx="6651253" cy="1257676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実際の食事例、</a:t>
          </a:r>
          <a:r>
            <a:rPr lang="en-US" altLang="ja-JP" sz="2100" kern="1200" dirty="0"/>
            <a:t>PFC</a:t>
          </a:r>
          <a:r>
            <a:rPr lang="ja-JP" altLang="en-US" sz="2100" kern="1200" dirty="0"/>
            <a:t>バランスの大切さ・意味</a:t>
          </a:r>
          <a:endParaRPr lang="en-US" sz="2100" kern="1200" dirty="0"/>
        </a:p>
      </dsp:txBody>
      <dsp:txXfrm>
        <a:off x="61395" y="1442860"/>
        <a:ext cx="6528463" cy="1134886"/>
      </dsp:txXfrm>
    </dsp:sp>
    <dsp:sp modelId="{0ABD9633-8ED1-4D20-99BD-F7794415541F}">
      <dsp:nvSpPr>
        <dsp:cNvPr id="0" name=""/>
        <dsp:cNvSpPr/>
      </dsp:nvSpPr>
      <dsp:spPr>
        <a:xfrm>
          <a:off x="0" y="2699622"/>
          <a:ext cx="6651253" cy="1257676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１日の中で痩せるためにやるべ事</a:t>
          </a:r>
          <a:endParaRPr lang="en-US" sz="2100" kern="1200" dirty="0"/>
        </a:p>
      </dsp:txBody>
      <dsp:txXfrm>
        <a:off x="61395" y="2761017"/>
        <a:ext cx="6528463" cy="1134886"/>
      </dsp:txXfrm>
    </dsp:sp>
    <dsp:sp modelId="{BD56CA92-015D-4AC5-B562-0675927A8697}">
      <dsp:nvSpPr>
        <dsp:cNvPr id="0" name=""/>
        <dsp:cNvSpPr/>
      </dsp:nvSpPr>
      <dsp:spPr>
        <a:xfrm>
          <a:off x="0" y="4010667"/>
          <a:ext cx="6651253" cy="1257676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家でできる運動（ジムの場合も書く）</a:t>
          </a:r>
          <a:endParaRPr lang="en-US" altLang="ja-JP" sz="2100" kern="1200" dirty="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痩せるための考え方</a:t>
          </a:r>
          <a:endParaRPr lang="en-US" sz="2100" kern="1200" dirty="0"/>
        </a:p>
      </dsp:txBody>
      <dsp:txXfrm>
        <a:off x="61395" y="4072062"/>
        <a:ext cx="6528463" cy="11348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538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112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66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225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47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002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598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05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363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8717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310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184D05-BF12-4806-9DA3-587B7D57B7E5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34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F73E25-2415-85AB-E281-8626C3BD8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713312"/>
            <a:ext cx="40386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kumimoji="1" lang="en-US" altLang="ja-JP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25007 </a:t>
            </a:r>
            <a:r>
              <a:rPr kumimoji="1" lang="ja-JP" alt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大平凜音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5FD3A0-D613-B076-E8CD-5DA711098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4876" y="222246"/>
            <a:ext cx="67818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１つ目</a:t>
            </a:r>
            <a:r>
              <a:rPr kumimoji="1" lang="en-US" altLang="ja-JP" sz="3200" dirty="0"/>
              <a:t>	</a:t>
            </a:r>
            <a:r>
              <a:rPr kumimoji="1" lang="ja-JP" altLang="en-US" sz="3200" b="1" dirty="0"/>
              <a:t>福岡県の夜景紹介</a:t>
            </a:r>
            <a:endParaRPr kumimoji="1" lang="en-US" altLang="ja-JP" sz="3200" b="1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sz="3200" dirty="0"/>
              <a:t>２つ目</a:t>
            </a:r>
            <a:r>
              <a:rPr lang="en-US" altLang="ja-JP" sz="3200" dirty="0"/>
              <a:t>	</a:t>
            </a:r>
            <a:r>
              <a:rPr lang="en-US" altLang="ja-JP" sz="3200" b="1" dirty="0"/>
              <a:t>13</a:t>
            </a:r>
            <a:r>
              <a:rPr lang="ja-JP" altLang="en-US" sz="3200" b="1" dirty="0"/>
              <a:t>キロやせた方法！！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709688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5CDE96-730A-7384-31DF-C3D6CDE6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１つ目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7CE525D5-8FBD-B81B-6699-5183680F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591338"/>
              </p:ext>
            </p:extLst>
          </p:nvPr>
        </p:nvGraphicFramePr>
        <p:xfrm>
          <a:off x="4432044" y="931332"/>
          <a:ext cx="7522890" cy="48479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332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DA140E3-48D6-21A8-5EB2-7ACF2CBA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2C458BB2-6E12-6A2C-EB57-D80B0CC70B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692235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5155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FFCA1-7A12-5CA7-F91D-0192D011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65B026-49F7-0725-ADCA-9CB5DF982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66BC0E-FE3B-B35F-8DDC-841123865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1893DCF-CF35-27B8-01F5-3BF30C94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E7CD44CF-2572-5647-3807-AA533497DC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1361224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098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87D012-FF68-A423-E55E-E0990031B53E}"/>
              </a:ext>
            </a:extLst>
          </p:cNvPr>
          <p:cNvSpPr txBox="1"/>
          <p:nvPr/>
        </p:nvSpPr>
        <p:spPr>
          <a:xfrm>
            <a:off x="491067" y="1346200"/>
            <a:ext cx="3730663" cy="29294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ページ数は４ページにします。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１ページにつき写真を４枚程度掲載し、１枚づつに</a:t>
            </a:r>
            <a:r>
              <a:rPr kumimoji="1" lang="en-US" altLang="ja-JP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300</a:t>
            </a: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文字くらいの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説明文とアクセスポイントを書きます。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８月に福岡県内の夜景スポットを撮　　　　  影し写真素材を収集。</a:t>
            </a: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で写真の色味や明るさを調整・加工する。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23E1CF-7A65-DA65-D7B4-F0DF6CC6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730" y="742846"/>
            <a:ext cx="7857248" cy="506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49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705D5-EA72-D5C3-BD8F-C92E49F9B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5F053707-14C7-1B15-512C-3FEAADBED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011976E1-1E7E-DA65-AD78-4C7DEE437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B3EFA51-3B96-2CF9-110B-E900BF72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２つ目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D9468B7C-54C2-11CC-ECBE-459FF50C3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8308508"/>
              </p:ext>
            </p:extLst>
          </p:nvPr>
        </p:nvGraphicFramePr>
        <p:xfrm>
          <a:off x="4432044" y="931332"/>
          <a:ext cx="7522890" cy="48479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15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E23FF-9099-E911-A2BD-9743C0A18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23E35B-0ABF-A713-DCB3-D762E6BD6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E7485C-81AB-60DF-8C4E-3D68B2610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CB2C183-4DDA-68E6-10F6-3D57C8B5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BEBFBB75-66D2-F258-393D-487C4407CD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035316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712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0D289-21D5-3F19-FC83-2AD4EE51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5E8A6C3-0FA5-19D3-3CCD-E738C4182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B23FD8C-3280-CD94-C373-14ACFF99B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2864C-BDFE-D1A8-2BAD-05AFD2BE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92DCE88E-CEE6-B05F-C977-B628A38348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2968557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3022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CBD8D-32EE-0C99-2B88-27354A93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7E013D1-870B-4466-79B5-519AC3143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F1F7E849-B94A-5CBA-E6BB-E22C94F3D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5FC780-BC13-92AF-6770-2C279500FECA}"/>
              </a:ext>
            </a:extLst>
          </p:cNvPr>
          <p:cNvSpPr txBox="1"/>
          <p:nvPr/>
        </p:nvSpPr>
        <p:spPr>
          <a:xfrm>
            <a:off x="491067" y="1346200"/>
            <a:ext cx="3730663" cy="29294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ページ数は４ページにします。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１ページにつき写真を４枚程度掲載し、１枚づつに</a:t>
            </a:r>
            <a:r>
              <a:rPr kumimoji="1" lang="en-US" altLang="ja-JP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300</a:t>
            </a: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文字くらいの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説明文とアクセスポイントを書きます。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８月に福岡県内の夜景スポットを撮　　　　  影し写真素材を収集。</a:t>
            </a: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で写真の色味や明るさを調整・加工する。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CA74D0B-D75A-2A28-E44F-96CF39E7D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730" y="742846"/>
            <a:ext cx="7857248" cy="506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3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135</TotalTime>
  <Words>279</Words>
  <Application>Microsoft Office PowerPoint</Application>
  <PresentationFormat>ワイド画面</PresentationFormat>
  <Paragraphs>52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BIZ UDゴシック</vt:lpstr>
      <vt:lpstr>Arial</vt:lpstr>
      <vt:lpstr>Calibri</vt:lpstr>
      <vt:lpstr>Calibri Light</vt:lpstr>
      <vt:lpstr>Office 2013 - 2022 テーマ</vt:lpstr>
      <vt:lpstr>25007 大平凜音</vt:lpstr>
      <vt:lpstr>１つ目 　 制作目的 </vt:lpstr>
      <vt:lpstr>サイトの構成 </vt:lpstr>
      <vt:lpstr>サイトの内容 </vt:lpstr>
      <vt:lpstr>PowerPoint プレゼンテーション</vt:lpstr>
      <vt:lpstr>２つ目 　 制作目的 </vt:lpstr>
      <vt:lpstr>サイトの構成 </vt:lpstr>
      <vt:lpstr>サイトの内容 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大平　凜音</dc:creator>
  <cp:lastModifiedBy>大平　凜音</cp:lastModifiedBy>
  <cp:revision>2</cp:revision>
  <dcterms:created xsi:type="dcterms:W3CDTF">2026-06-29T04:19:42Z</dcterms:created>
  <dcterms:modified xsi:type="dcterms:W3CDTF">2026-06-30T01:44:23Z</dcterms:modified>
</cp:coreProperties>
</file>