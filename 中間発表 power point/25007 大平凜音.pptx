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64" r:id="rId5"/>
    <p:sldId id="266" r:id="rId6"/>
    <p:sldId id="261" r:id="rId7"/>
    <p:sldId id="262" r:id="rId8"/>
    <p:sldId id="265" r:id="rId9"/>
    <p:sldId id="267" r:id="rId10"/>
    <p:sldId id="26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1891" y="9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hierarchy3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32D0AF28-D0FA-4F65-B2F7-23AAEEEE0F94}">
      <dgm:prSet custT="1"/>
      <dgm:spPr/>
      <dgm:t>
        <a:bodyPr/>
        <a:lstStyle/>
        <a:p>
          <a:r>
            <a:rPr lang="ja-JP" sz="4800" dirty="0"/>
            <a:t>福岡県の夜景スポットを</a:t>
          </a:r>
          <a:r>
            <a:rPr lang="en-US" altLang="ja-JP" sz="4800" dirty="0"/>
            <a:t>    </a:t>
          </a:r>
          <a:r>
            <a:rPr lang="ja-JP" sz="4800" dirty="0"/>
            <a:t>エリアごとに紹介し、観光やドライブ、デートなどで訪れるきっかけとなる</a:t>
          </a:r>
          <a:r>
            <a:rPr lang="en-US" altLang="ja-JP" sz="4800" dirty="0"/>
            <a:t>	  </a:t>
          </a:r>
          <a:r>
            <a:rPr lang="ja-JP" sz="4800" dirty="0"/>
            <a:t>Webサイトを制作することを目的としています。</a:t>
          </a:r>
          <a:endParaRPr lang="en-US" sz="4800" dirty="0"/>
        </a:p>
      </dgm:t>
    </dgm:pt>
    <dgm:pt modelId="{4B84B4DB-380C-4981-A74E-F50124B68B1F}" type="parTrans" cxnId="{DB6B11AB-7A3D-4C5F-9973-C80F8319E836}">
      <dgm:prSet/>
      <dgm:spPr/>
      <dgm:t>
        <a:bodyPr/>
        <a:lstStyle/>
        <a:p>
          <a:endParaRPr lang="en-US"/>
        </a:p>
      </dgm:t>
    </dgm:pt>
    <dgm:pt modelId="{8A3CF4E5-3706-415E-9D31-BFE21C2F1426}" type="sibTrans" cxnId="{DB6B11AB-7A3D-4C5F-9973-C80F8319E836}">
      <dgm:prSet/>
      <dgm:spPr/>
      <dgm:t>
        <a:bodyPr/>
        <a:lstStyle/>
        <a:p>
          <a:endParaRPr lang="en-US"/>
        </a:p>
      </dgm:t>
    </dgm:pt>
    <dgm:pt modelId="{FAF3DC12-E2A9-4756-B3F3-05EF6EEEFCB2}" type="pres">
      <dgm:prSet presAssocID="{BF36AB4D-68B9-48A2-8150-4DDA94F9E14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59CBDA7-93F3-46EA-A1C6-77D3D8338590}" type="pres">
      <dgm:prSet presAssocID="{32D0AF28-D0FA-4F65-B2F7-23AAEEEE0F94}" presName="root" presStyleCnt="0"/>
      <dgm:spPr/>
    </dgm:pt>
    <dgm:pt modelId="{43B10BFC-DB0B-45B8-A90D-8E123D3939B8}" type="pres">
      <dgm:prSet presAssocID="{32D0AF28-D0FA-4F65-B2F7-23AAEEEE0F94}" presName="rootComposite" presStyleCnt="0"/>
      <dgm:spPr/>
    </dgm:pt>
    <dgm:pt modelId="{C0F6B9BB-A39E-4A6E-A407-173B59A17A04}" type="pres">
      <dgm:prSet presAssocID="{32D0AF28-D0FA-4F65-B2F7-23AAEEEE0F94}" presName="rootText" presStyleLbl="node1" presStyleIdx="0" presStyleCnt="1" custScaleX="100196" custScaleY="146574"/>
      <dgm:spPr/>
    </dgm:pt>
    <dgm:pt modelId="{31C5EF23-1F2D-491E-9123-C2BC704F9FCD}" type="pres">
      <dgm:prSet presAssocID="{32D0AF28-D0FA-4F65-B2F7-23AAEEEE0F94}" presName="rootConnector" presStyleLbl="node1" presStyleIdx="0" presStyleCnt="1"/>
      <dgm:spPr/>
    </dgm:pt>
    <dgm:pt modelId="{02692D66-F959-45E2-8D08-421BB6C66BBA}" type="pres">
      <dgm:prSet presAssocID="{32D0AF28-D0FA-4F65-B2F7-23AAEEEE0F94}" presName="childShape" presStyleCnt="0"/>
      <dgm:spPr/>
    </dgm:pt>
  </dgm:ptLst>
  <dgm:cxnLst>
    <dgm:cxn modelId="{CE39171B-41C4-4A7C-AB5A-691B3C6AEBE5}" type="presOf" srcId="{32D0AF28-D0FA-4F65-B2F7-23AAEEEE0F94}" destId="{C0F6B9BB-A39E-4A6E-A407-173B59A17A04}" srcOrd="0" destOrd="0" presId="urn:microsoft.com/office/officeart/2005/8/layout/hierarchy3"/>
    <dgm:cxn modelId="{A258CA60-FD24-40FA-9C66-85FE1B7A893D}" type="presOf" srcId="{32D0AF28-D0FA-4F65-B2F7-23AAEEEE0F94}" destId="{31C5EF23-1F2D-491E-9123-C2BC704F9FCD}" srcOrd="1" destOrd="0" presId="urn:microsoft.com/office/officeart/2005/8/layout/hierarchy3"/>
    <dgm:cxn modelId="{00F7939B-576A-4F5A-80EF-EC73A06AF356}" type="presOf" srcId="{BF36AB4D-68B9-48A2-8150-4DDA94F9E141}" destId="{FAF3DC12-E2A9-4756-B3F3-05EF6EEEFCB2}" srcOrd="0" destOrd="0" presId="urn:microsoft.com/office/officeart/2005/8/layout/hierarchy3"/>
    <dgm:cxn modelId="{DB6B11AB-7A3D-4C5F-9973-C80F8319E836}" srcId="{BF36AB4D-68B9-48A2-8150-4DDA94F9E141}" destId="{32D0AF28-D0FA-4F65-B2F7-23AAEEEE0F94}" srcOrd="0" destOrd="0" parTransId="{4B84B4DB-380C-4981-A74E-F50124B68B1F}" sibTransId="{8A3CF4E5-3706-415E-9D31-BFE21C2F1426}"/>
    <dgm:cxn modelId="{C5D5C954-ECF0-4B3A-A106-450BA47CE525}" type="presParOf" srcId="{FAF3DC12-E2A9-4756-B3F3-05EF6EEEFCB2}" destId="{C59CBDA7-93F3-46EA-A1C6-77D3D8338590}" srcOrd="0" destOrd="0" presId="urn:microsoft.com/office/officeart/2005/8/layout/hierarchy3"/>
    <dgm:cxn modelId="{79CCB044-87EF-4A5B-B689-8E4DC8A6F62F}" type="presParOf" srcId="{C59CBDA7-93F3-46EA-A1C6-77D3D8338590}" destId="{43B10BFC-DB0B-45B8-A90D-8E123D3939B8}" srcOrd="0" destOrd="0" presId="urn:microsoft.com/office/officeart/2005/8/layout/hierarchy3"/>
    <dgm:cxn modelId="{42801846-C805-4E35-81D7-6FA7EDC78A2A}" type="presParOf" srcId="{43B10BFC-DB0B-45B8-A90D-8E123D3939B8}" destId="{C0F6B9BB-A39E-4A6E-A407-173B59A17A04}" srcOrd="0" destOrd="0" presId="urn:microsoft.com/office/officeart/2005/8/layout/hierarchy3"/>
    <dgm:cxn modelId="{FB298C0F-5533-447D-8A90-F752627EE665}" type="presParOf" srcId="{43B10BFC-DB0B-45B8-A90D-8E123D3939B8}" destId="{31C5EF23-1F2D-491E-9123-C2BC704F9FCD}" srcOrd="1" destOrd="0" presId="urn:microsoft.com/office/officeart/2005/8/layout/hierarchy3"/>
    <dgm:cxn modelId="{621D87C0-592B-4963-B731-E26861AE59D0}" type="presParOf" srcId="{C59CBDA7-93F3-46EA-A1C6-77D3D8338590}" destId="{02692D66-F959-45E2-8D08-421BB6C66BBA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/>
            <a:t>トップページ </a:t>
          </a:r>
          <a:r>
            <a:rPr lang="en-US"/>
            <a:t>(HOME)</a:t>
          </a:r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/>
            <a:t>福岡市・近郊エリア</a:t>
          </a:r>
          <a:endParaRPr lang="en-US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/>
            <a:t>筑紫・筑後エリア</a:t>
          </a:r>
          <a:endParaRPr lang="en-US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/>
            <a:t>北九州エリア</a:t>
          </a:r>
          <a:endParaRPr lang="en-US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皿倉山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2EC38DB5-44ED-411C-9BBD-93D4E19C83E5}">
      <dgm:prSet/>
      <dgm:spPr/>
      <dgm:t>
        <a:bodyPr/>
        <a:lstStyle/>
        <a:p>
          <a:r>
            <a:rPr lang="ja-JP" dirty="0"/>
            <a:t>星野村 </a:t>
          </a:r>
          <a:endParaRPr kumimoji="1" lang="ja-JP" altLang="en-US" dirty="0"/>
        </a:p>
      </dgm:t>
    </dgm:pt>
    <dgm:pt modelId="{1D6F5D7D-85FF-4BF7-AAA4-E413B2526BB9}" type="par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24413E46-EA5C-405F-975B-82A615255774}" type="sib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7D35E113-47B4-4232-B871-D957DCA34083}">
      <dgm:prSet/>
      <dgm:spPr/>
      <dgm:t>
        <a:bodyPr/>
        <a:lstStyle/>
        <a:p>
          <a:r>
            <a:rPr lang="ja-JP" dirty="0"/>
            <a:t>油山 </a:t>
          </a:r>
          <a:endParaRPr lang="en-US" dirty="0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0AFBBC78-51B9-46B1-BACC-07DA3E19E596}">
      <dgm:prSet/>
      <dgm:spPr/>
      <dgm:t>
        <a:bodyPr/>
        <a:lstStyle/>
        <a:p>
          <a:pPr>
            <a:buNone/>
          </a:pPr>
          <a:r>
            <a:rPr lang="ja-JP" altLang="en-US" dirty="0"/>
            <a:t>夜景人気ランキング</a:t>
          </a:r>
          <a:r>
            <a:rPr lang="ja-JP" dirty="0"/>
            <a:t> </a:t>
          </a:r>
          <a:endParaRPr lang="en-US" altLang="ja-JP" dirty="0"/>
        </a:p>
      </dgm:t>
    </dgm:pt>
    <dgm:pt modelId="{39410DC5-FF58-41DA-B23B-3958571B207B}" type="sib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DD81A28B-983F-4F8D-AEA2-119C5E0330F1}" type="par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43FC0598-9AF0-47A5-BAEE-584E4181E74C}" type="pres">
      <dgm:prSet presAssocID="{0AFBBC78-51B9-46B1-BACC-07DA3E19E59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74B95D0-4B28-40E6-A5A5-4BD7B4368A41}" type="pres">
      <dgm:prSet presAssocID="{39410DC5-FF58-41DA-B23B-3958571B207B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55313E15-881D-4D9D-9908-B6EC10BD2928}" type="pres">
      <dgm:prSet presAssocID="{2EC38DB5-44ED-411C-9BBD-93D4E19C83E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4BC9466-AE6C-43EB-A089-571477F9B14E}" type="pres">
      <dgm:prSet presAssocID="{24413E46-EA5C-405F-975B-82A615255774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835D365-305A-494B-BFE3-5FF18E8236AB}" type="presOf" srcId="{0AFBBC78-51B9-46B1-BACC-07DA3E19E596}" destId="{43FC0598-9AF0-47A5-BAEE-584E4181E74C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174F396-4E66-4CF6-BBD5-E5F6B6BF1224}" srcId="{8C801ED2-88F9-40E5-A2EF-B166A14409F3}" destId="{0AFBBC78-51B9-46B1-BACC-07DA3E19E596}" srcOrd="0" destOrd="0" parTransId="{DD81A28B-983F-4F8D-AEA2-119C5E0330F1}" sibTransId="{39410DC5-FF58-41DA-B23B-3958571B207B}"/>
    <dgm:cxn modelId="{77ECBFBB-88C5-4B55-9A12-C44F65EE451C}" type="presOf" srcId="{2EC38DB5-44ED-411C-9BBD-93D4E19C83E5}" destId="{55313E15-881D-4D9D-9908-B6EC10BD2928}" srcOrd="0" destOrd="0" presId="urn:microsoft.com/office/officeart/2005/8/layout/vList2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2F6469F0-4A0E-42A3-95F2-39ACDA56DEBE}" srcId="{8C801ED2-88F9-40E5-A2EF-B166A14409F3}" destId="{2EC38DB5-44ED-411C-9BBD-93D4E19C83E5}" srcOrd="2" destOrd="0" parTransId="{1D6F5D7D-85FF-4BF7-AAA4-E413B2526BB9}" sibTransId="{24413E46-EA5C-405F-975B-82A615255774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B48D165A-136D-4552-92C6-7DBF33F6C175}" type="presParOf" srcId="{DED5BF79-D7FB-476E-B15D-93C618EFC4E3}" destId="{43FC0598-9AF0-47A5-BAEE-584E4181E74C}" srcOrd="0" destOrd="0" presId="urn:microsoft.com/office/officeart/2005/8/layout/vList2"/>
    <dgm:cxn modelId="{2EDF76F1-EF0F-43B6-9CCB-1BB152261BC7}" type="presParOf" srcId="{DED5BF79-D7FB-476E-B15D-93C618EFC4E3}" destId="{374B95D0-4B28-40E6-A5A5-4BD7B4368A41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4B3C2FBF-ECD0-4AEB-8AA6-B27DCE504FCC}" type="presParOf" srcId="{DED5BF79-D7FB-476E-B15D-93C618EFC4E3}" destId="{55313E15-881D-4D9D-9908-B6EC10BD2928}" srcOrd="4" destOrd="0" presId="urn:microsoft.com/office/officeart/2005/8/layout/vList2"/>
    <dgm:cxn modelId="{AEA4E765-34C0-405E-8EE9-0F9D45DCC19E}" type="presParOf" srcId="{DED5BF79-D7FB-476E-B15D-93C618EFC4E3}" destId="{14BC9466-AE6C-43EB-A089-571477F9B14E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835F68-70E5-40F9-9269-66989606866E}">
      <dgm:prSet/>
      <dgm:spPr/>
      <dgm:t>
        <a:bodyPr/>
        <a:lstStyle/>
        <a:p>
          <a:pPr>
            <a:buNone/>
          </a:pPr>
          <a:r>
            <a:rPr lang="ja-JP" dirty="0"/>
            <a:t>健康的な体になりたい</a:t>
          </a:r>
          <a:r>
            <a:rPr lang="ja-JP" altLang="en-US" dirty="0"/>
            <a:t>・</a:t>
          </a:r>
          <a:r>
            <a:rPr lang="ja-JP" dirty="0"/>
            <a:t>かっこよくなりたい・モテたいと思っている人に向けて、減量や筋力トレーニングの方法を分かりやすく紹介し、一歩踏み出すきっかけを提供することを目的としています。</a:t>
          </a:r>
          <a:endParaRPr lang="en-US" dirty="0"/>
        </a:p>
      </dgm:t>
    </dgm:pt>
    <dgm:pt modelId="{2E6F0A49-6E29-44FE-B2EB-9CA86E66B24C}" type="parTrans" cxnId="{0B4FAD78-FC92-4C7B-8A4F-E52D208D4D51}">
      <dgm:prSet/>
      <dgm:spPr/>
      <dgm:t>
        <a:bodyPr/>
        <a:lstStyle/>
        <a:p>
          <a:endParaRPr lang="en-US"/>
        </a:p>
      </dgm:t>
    </dgm:pt>
    <dgm:pt modelId="{C9E9004A-C84D-476D-99CE-F3912DD8F096}" type="sibTrans" cxnId="{0B4FAD78-FC92-4C7B-8A4F-E52D208D4D51}">
      <dgm:prSet/>
      <dgm:spPr/>
      <dgm:t>
        <a:bodyPr/>
        <a:lstStyle/>
        <a:p>
          <a:endParaRPr lang="en-US"/>
        </a:p>
      </dgm:t>
    </dgm:pt>
    <dgm:pt modelId="{59E3FFAE-0611-4528-AEAC-2D1EC6079493}" type="pres">
      <dgm:prSet presAssocID="{BF36AB4D-68B9-48A2-8150-4DDA94F9E141}" presName="linear" presStyleCnt="0">
        <dgm:presLayoutVars>
          <dgm:animLvl val="lvl"/>
          <dgm:resizeHandles val="exact"/>
        </dgm:presLayoutVars>
      </dgm:prSet>
      <dgm:spPr/>
    </dgm:pt>
    <dgm:pt modelId="{23AD429A-2CA8-43A8-B86C-C0E0C4C63593}" type="pres">
      <dgm:prSet presAssocID="{70835F68-70E5-40F9-9269-66989606866E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0B4FAD78-FC92-4C7B-8A4F-E52D208D4D51}" srcId="{BF36AB4D-68B9-48A2-8150-4DDA94F9E141}" destId="{70835F68-70E5-40F9-9269-66989606866E}" srcOrd="0" destOrd="0" parTransId="{2E6F0A49-6E29-44FE-B2EB-9CA86E66B24C}" sibTransId="{C9E9004A-C84D-476D-99CE-F3912DD8F096}"/>
    <dgm:cxn modelId="{7850E3AA-2F77-4CA9-BA41-9D0DD7F799F7}" type="presOf" srcId="{70835F68-70E5-40F9-9269-66989606866E}" destId="{23AD429A-2CA8-43A8-B86C-C0E0C4C63593}" srcOrd="0" destOrd="0" presId="urn:microsoft.com/office/officeart/2005/8/layout/vList2"/>
    <dgm:cxn modelId="{8A434EC4-F8ED-4457-A3CE-612196B426FF}" type="presOf" srcId="{BF36AB4D-68B9-48A2-8150-4DDA94F9E141}" destId="{59E3FFAE-0611-4528-AEAC-2D1EC6079493}" srcOrd="0" destOrd="0" presId="urn:microsoft.com/office/officeart/2005/8/layout/vList2"/>
    <dgm:cxn modelId="{A8E2A606-5109-446C-9ED0-A264D7CB7C87}" type="presParOf" srcId="{59E3FFAE-0611-4528-AEAC-2D1EC6079493}" destId="{23AD429A-2CA8-43A8-B86C-C0E0C4C6359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食事管理方法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食事内容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一日のスケジュール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運動内容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食事内容の記録、基礎代謝の出し方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実際の食事例、</a:t>
          </a:r>
          <a:r>
            <a:rPr lang="en-US" altLang="ja-JP" dirty="0"/>
            <a:t>PFC</a:t>
          </a:r>
          <a:r>
            <a:rPr lang="ja-JP" altLang="en-US" dirty="0"/>
            <a:t>バランスの大切さ・意味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１日の中で痩せるためにやるべ事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家でできる運動（ジムの場合も書く）</a:t>
          </a:r>
          <a:endParaRPr lang="en-US" altLang="ja-JP" dirty="0"/>
        </a:p>
        <a:p>
          <a:r>
            <a:rPr lang="ja-JP" altLang="en-US" dirty="0"/>
            <a:t>痩せるための考え方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 custLinFactNeighborY="-11758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F6B9BB-A39E-4A6E-A407-173B59A17A04}">
      <dsp:nvSpPr>
        <dsp:cNvPr id="0" name=""/>
        <dsp:cNvSpPr/>
      </dsp:nvSpPr>
      <dsp:spPr>
        <a:xfrm>
          <a:off x="3982" y="2917"/>
          <a:ext cx="8158466" cy="596739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60960" rIns="91440" bIns="6096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800" kern="1200" dirty="0"/>
            <a:t>福岡県の夜景スポットを</a:t>
          </a:r>
          <a:r>
            <a:rPr lang="en-US" altLang="ja-JP" sz="4800" kern="1200" dirty="0"/>
            <a:t>    </a:t>
          </a:r>
          <a:r>
            <a:rPr lang="ja-JP" sz="4800" kern="1200" dirty="0"/>
            <a:t>エリアごとに紹介し、観光やドライブ、デートなどで訪れるきっかけとなる</a:t>
          </a:r>
          <a:r>
            <a:rPr lang="en-US" altLang="ja-JP" sz="4800" kern="1200" dirty="0"/>
            <a:t>	  </a:t>
          </a:r>
          <a:r>
            <a:rPr lang="ja-JP" sz="4800" kern="1200" dirty="0"/>
            <a:t>Webサイトを制作することを目的としています。</a:t>
          </a:r>
          <a:endParaRPr lang="en-US" sz="4800" kern="1200" dirty="0"/>
        </a:p>
      </dsp:txBody>
      <dsp:txXfrm>
        <a:off x="178761" y="177696"/>
        <a:ext cx="7808908" cy="561784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トップページ </a:t>
          </a:r>
          <a:r>
            <a:rPr lang="en-US" sz="4000" kern="1200"/>
            <a:t>(HOME)</a:t>
          </a:r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福岡市・近郊エリア</a:t>
          </a:r>
          <a:endParaRPr lang="en-US" sz="4000" kern="120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筑紫・筑後エリア</a:t>
          </a:r>
          <a:endParaRPr lang="en-US" sz="4000" kern="120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北九州エリア</a:t>
          </a:r>
          <a:endParaRPr lang="en-US" sz="4000" kern="1200"/>
        </a:p>
      </dsp:txBody>
      <dsp:txXfrm>
        <a:off x="59399" y="4118381"/>
        <a:ext cx="6532455" cy="10980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FC0598-9AF0-47A5-BAEE-584E4181E74C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夜景人気ランキング</a:t>
          </a:r>
          <a:r>
            <a:rPr lang="ja-JP" sz="4000" kern="1200" dirty="0"/>
            <a:t> </a:t>
          </a:r>
          <a:endParaRPr lang="en-US" altLang="ja-JP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油山 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55313E15-881D-4D9D-9908-B6EC10BD2928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星野村 </a:t>
          </a:r>
          <a:endParaRPr kumimoji="1" lang="ja-JP" alt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皿倉山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D429A-2CA8-43A8-B86C-C0E0C4C63593}">
      <dsp:nvSpPr>
        <dsp:cNvPr id="0" name=""/>
        <dsp:cNvSpPr/>
      </dsp:nvSpPr>
      <dsp:spPr>
        <a:xfrm>
          <a:off x="0" y="276693"/>
          <a:ext cx="8187268" cy="52462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3800" kern="1200" dirty="0"/>
            <a:t>健康的な体になりたい</a:t>
          </a:r>
          <a:r>
            <a:rPr lang="ja-JP" altLang="en-US" sz="3800" kern="1200" dirty="0"/>
            <a:t>・</a:t>
          </a:r>
          <a:r>
            <a:rPr lang="ja-JP" sz="3800" kern="1200" dirty="0"/>
            <a:t>かっこよくなりたい・モテたいと思っている人に向けて、減量や筋力トレーニングの方法を分かりやすく紹介し、一歩踏み出すきっかけを提供することを目的としています。</a:t>
          </a:r>
          <a:endParaRPr lang="en-US" sz="3800" kern="1200" dirty="0"/>
        </a:p>
      </dsp:txBody>
      <dsp:txXfrm>
        <a:off x="256102" y="532795"/>
        <a:ext cx="7675064" cy="473407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食事管理方法</a:t>
          </a:r>
          <a:endParaRPr lang="en-US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食事内容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一日のスケジュール</a:t>
          </a:r>
          <a:endParaRPr 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運動内容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3308"/>
          <a:ext cx="6651253" cy="125767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食事内容の記録、基礎代謝の出し方</a:t>
          </a:r>
          <a:endParaRPr lang="en-US" sz="2100" kern="1200" dirty="0"/>
        </a:p>
      </dsp:txBody>
      <dsp:txXfrm>
        <a:off x="61395" y="124703"/>
        <a:ext cx="6528463" cy="1134886"/>
      </dsp:txXfrm>
    </dsp:sp>
    <dsp:sp modelId="{FB10E1EB-ED69-4FAC-83CE-B5634D1C42FF}">
      <dsp:nvSpPr>
        <dsp:cNvPr id="0" name=""/>
        <dsp:cNvSpPr/>
      </dsp:nvSpPr>
      <dsp:spPr>
        <a:xfrm>
          <a:off x="0" y="1381465"/>
          <a:ext cx="6651253" cy="1257676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実際の食事例、</a:t>
          </a:r>
          <a:r>
            <a:rPr lang="en-US" altLang="ja-JP" sz="2100" kern="1200" dirty="0"/>
            <a:t>PFC</a:t>
          </a:r>
          <a:r>
            <a:rPr lang="ja-JP" altLang="en-US" sz="2100" kern="1200" dirty="0"/>
            <a:t>バランスの大切さ・意味</a:t>
          </a:r>
          <a:endParaRPr lang="en-US" sz="2100" kern="1200" dirty="0"/>
        </a:p>
      </dsp:txBody>
      <dsp:txXfrm>
        <a:off x="61395" y="1442860"/>
        <a:ext cx="6528463" cy="1134886"/>
      </dsp:txXfrm>
    </dsp:sp>
    <dsp:sp modelId="{0ABD9633-8ED1-4D20-99BD-F7794415541F}">
      <dsp:nvSpPr>
        <dsp:cNvPr id="0" name=""/>
        <dsp:cNvSpPr/>
      </dsp:nvSpPr>
      <dsp:spPr>
        <a:xfrm>
          <a:off x="0" y="2699622"/>
          <a:ext cx="6651253" cy="1257676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１日の中で痩せるためにやるべ事</a:t>
          </a:r>
          <a:endParaRPr lang="en-US" sz="2100" kern="1200" dirty="0"/>
        </a:p>
      </dsp:txBody>
      <dsp:txXfrm>
        <a:off x="61395" y="2761017"/>
        <a:ext cx="6528463" cy="1134886"/>
      </dsp:txXfrm>
    </dsp:sp>
    <dsp:sp modelId="{BD56CA92-015D-4AC5-B562-0675927A8697}">
      <dsp:nvSpPr>
        <dsp:cNvPr id="0" name=""/>
        <dsp:cNvSpPr/>
      </dsp:nvSpPr>
      <dsp:spPr>
        <a:xfrm>
          <a:off x="0" y="4010667"/>
          <a:ext cx="6651253" cy="1257676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家でできる運動（ジムの場合も書く）</a:t>
          </a:r>
          <a:endParaRPr lang="en-US" altLang="ja-JP" sz="2100" kern="1200" dirty="0"/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痩せるための考え方</a:t>
          </a:r>
          <a:endParaRPr lang="en-US" sz="2100" kern="1200" dirty="0"/>
        </a:p>
      </dsp:txBody>
      <dsp:txXfrm>
        <a:off x="61395" y="4072062"/>
        <a:ext cx="6528463" cy="11348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538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112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566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225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647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002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9598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05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3637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8717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310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184D05-BF12-4806-9DA3-587B7D57B7E5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934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F73E25-2415-85AB-E281-8626C3BD8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713312"/>
            <a:ext cx="4038600" cy="54313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kumimoji="1" lang="en-US" altLang="ja-JP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25007 </a:t>
            </a:r>
            <a:r>
              <a:rPr kumimoji="1" lang="ja-JP" alt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大平凜音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5FD3A0-D613-B076-E8CD-5DA711098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4876" y="222246"/>
            <a:ext cx="6781800" cy="54313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１つ目</a:t>
            </a:r>
            <a:r>
              <a:rPr kumimoji="1" lang="en-US" altLang="ja-JP" sz="3200" dirty="0"/>
              <a:t>	</a:t>
            </a:r>
            <a:r>
              <a:rPr kumimoji="1" lang="ja-JP" altLang="en-US" sz="3200" b="1" dirty="0"/>
              <a:t>福岡県の夜景紹介</a:t>
            </a:r>
            <a:endParaRPr kumimoji="1" lang="en-US" altLang="ja-JP" sz="3200" b="1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sz="3200" dirty="0"/>
              <a:t>２つ目</a:t>
            </a:r>
            <a:r>
              <a:rPr lang="en-US" altLang="ja-JP" sz="3200" dirty="0"/>
              <a:t>	</a:t>
            </a:r>
            <a:r>
              <a:rPr lang="en-US" altLang="ja-JP" sz="3200" b="1" dirty="0"/>
              <a:t>13</a:t>
            </a:r>
            <a:r>
              <a:rPr lang="ja-JP" altLang="en-US" sz="3200" b="1" dirty="0"/>
              <a:t>キロやせた方法！！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3709688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5CDE96-730A-7384-31DF-C3D6CDE6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１つ目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7CE525D5-8FBD-B81B-6699-5183680FE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6866891"/>
              </p:ext>
            </p:extLst>
          </p:nvPr>
        </p:nvGraphicFramePr>
        <p:xfrm>
          <a:off x="3852333" y="355600"/>
          <a:ext cx="8166432" cy="5973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332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DA140E3-48D6-21A8-5EB2-7ACF2CBA9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サイトの構成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2C458BB2-6E12-6A2C-EB57-D80B0CC70B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7692235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5155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FFCA1-7A12-5CA7-F91D-0192D011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165B026-49F7-0725-ADCA-9CB5DF9826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66BC0E-FE3B-B35F-8DDC-841123865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1893DCF-CF35-27B8-01F5-3BF30C94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</a:t>
            </a:r>
            <a:r>
              <a:rPr lang="ja-JP" altLang="en-US" b="1" dirty="0"/>
              <a:t>内容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E7CD44CF-2572-5647-3807-AA533497DC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1361224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60988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87D012-FF68-A423-E55E-E0990031B53E}"/>
              </a:ext>
            </a:extLst>
          </p:cNvPr>
          <p:cNvSpPr txBox="1"/>
          <p:nvPr/>
        </p:nvSpPr>
        <p:spPr>
          <a:xfrm>
            <a:off x="491067" y="1346200"/>
            <a:ext cx="3730663" cy="29294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ページ数は４ページにします。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１ページにつき写真を４枚程度掲載し、１枚づつに</a:t>
            </a:r>
            <a:r>
              <a:rPr kumimoji="1" lang="en-US" altLang="ja-JP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300</a:t>
            </a: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文字くらいの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説明文とアクセスポイントを書きます。</a:t>
            </a: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８月に福岡県内の夜景スポットを撮　　　　  影し写真素材を収集。</a:t>
            </a: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Photoshop</a:t>
            </a: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で写真の色味や明るさを調整・加工する。</a:t>
            </a: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423E1CF-7A65-DA65-D7B4-F0DF6CC6E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1730" y="742846"/>
            <a:ext cx="7857248" cy="506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490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705D5-EA72-D5C3-BD8F-C92E49F9B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5F053707-14C7-1B15-512C-3FEAADBED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011976E1-1E7E-DA65-AD78-4C7DEE437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B3EFA51-3B96-2CF9-110B-E900BF725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２つ目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D9468B7C-54C2-11CC-ECBE-459FF50C3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4009600"/>
              </p:ext>
            </p:extLst>
          </p:nvPr>
        </p:nvGraphicFramePr>
        <p:xfrm>
          <a:off x="3767667" y="609600"/>
          <a:ext cx="8187268" cy="57996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6158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E23FF-9099-E911-A2BD-9743C0A18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D23E35B-0ABF-A713-DCB3-D762E6BD6A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EE7485C-81AB-60DF-8C4E-3D68B2610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CB2C183-4DDA-68E6-10F6-3D57C8B5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サイトの構成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BEBFBB75-66D2-F258-393D-487C4407CD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035316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4712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0D289-21D5-3F19-FC83-2AD4EE51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5E8A6C3-0FA5-19D3-3CCD-E738C4182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B23FD8C-3280-CD94-C373-14ACFF99B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F2864C-BDFE-D1A8-2BAD-05AFD2BE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</a:t>
            </a:r>
            <a:r>
              <a:rPr lang="ja-JP" altLang="en-US" b="1" dirty="0"/>
              <a:t>内容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92DCE88E-CEE6-B05F-C977-B628A38348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2968557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93022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CBD8D-32EE-0C99-2B88-27354A93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7E013D1-870B-4466-79B5-519AC3143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F1F7E849-B94A-5CBA-E6BB-E22C94F3D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5FC780-BC13-92AF-6770-2C279500FECA}"/>
              </a:ext>
            </a:extLst>
          </p:cNvPr>
          <p:cNvSpPr txBox="1"/>
          <p:nvPr/>
        </p:nvSpPr>
        <p:spPr>
          <a:xfrm>
            <a:off x="491067" y="1047646"/>
            <a:ext cx="3860800" cy="34396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ページ数は４～５ページにします。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１ページにつき写真を</a:t>
            </a:r>
            <a:r>
              <a:rPr kumimoji="1" lang="en-US" altLang="ja-JP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4</a:t>
            </a: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枚程度掲載し、１枚づつに</a:t>
            </a:r>
            <a:r>
              <a:rPr kumimoji="1" lang="en-US" altLang="ja-JP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300</a:t>
            </a:r>
            <a:r>
              <a:rPr kumimoji="1" lang="ja-JP" altLang="en-US" sz="16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文字くらいの</a:t>
            </a:r>
            <a:endParaRPr kumimoji="1" lang="en-US" altLang="ja-JP" sz="16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説明文を書きます。（</a:t>
            </a:r>
            <a:r>
              <a:rPr kumimoji="1"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PFC</a:t>
            </a: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バランスなど）</a:t>
            </a: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Photoshop</a:t>
            </a: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で写真の色味や明るさを</a:t>
            </a:r>
            <a:r>
              <a:rPr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	</a:t>
            </a:r>
            <a:r>
              <a:rPr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調整・加工する。</a:t>
            </a:r>
            <a:endParaRPr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ジムでトレーニングの撮影</a:t>
            </a:r>
            <a:r>
              <a:rPr kumimoji="1"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	</a:t>
            </a: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　　　　　　　　　　　　　　　　　　　　場所　　上津　</a:t>
            </a:r>
            <a:r>
              <a:rPr kumimoji="1" lang="en-US" altLang="ja-JP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FITPLACE		※</a:t>
            </a:r>
            <a:r>
              <a:rPr kumimoji="1" lang="ja-JP" altLang="en-US" sz="15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撮影許可取得済み</a:t>
            </a: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15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CA74D0B-D75A-2A28-E44F-96CF39E7D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1730" y="742846"/>
            <a:ext cx="7857248" cy="506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39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3D5B6F3-B625-AAD2-F088-0CAFF6774D42}"/>
              </a:ext>
            </a:extLst>
          </p:cNvPr>
          <p:cNvSpPr txBox="1"/>
          <p:nvPr/>
        </p:nvSpPr>
        <p:spPr>
          <a:xfrm>
            <a:off x="719666" y="423333"/>
            <a:ext cx="4470401" cy="4616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ja-JP" altLang="en-US" sz="3200" b="1" dirty="0"/>
              <a:t>今後の流れ</a:t>
            </a:r>
          </a:p>
        </p:txBody>
      </p:sp>
      <p:grpSp>
        <p:nvGrpSpPr>
          <p:cNvPr id="22" name="Group 18">
            <a:extLst>
              <a:ext uri="{FF2B5EF4-FFF2-40B4-BE49-F238E27FC236}">
                <a16:creationId xmlns:a16="http://schemas.microsoft.com/office/drawing/2014/main" id="{16C73AF9-0D33-5C66-5D79-0D0129904B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6737718"/>
            <a:ext cx="12207200" cy="123363"/>
            <a:chOff x="-5025" y="6737718"/>
            <a:chExt cx="12207200" cy="1233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D96FD6F-5EE9-36C7-C200-3111EF6D0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2A39BB2-02C1-8A8B-8021-68446E0474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874C8A-8FCB-C283-F6C5-E43ADFD50B1F}"/>
              </a:ext>
            </a:extLst>
          </p:cNvPr>
          <p:cNvSpPr txBox="1"/>
          <p:nvPr/>
        </p:nvSpPr>
        <p:spPr>
          <a:xfrm>
            <a:off x="719666" y="423333"/>
            <a:ext cx="24045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D6BBCA6C-DA45-AD84-3375-A1196D3D2B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858441"/>
              </p:ext>
            </p:extLst>
          </p:nvPr>
        </p:nvGraphicFramePr>
        <p:xfrm>
          <a:off x="2427855" y="1355134"/>
          <a:ext cx="6810232" cy="4912449"/>
        </p:xfrm>
        <a:graphic>
          <a:graphicData uri="http://schemas.openxmlformats.org/drawingml/2006/table">
            <a:tbl>
              <a:tblPr/>
              <a:tblGrid>
                <a:gridCol w="1188166">
                  <a:extLst>
                    <a:ext uri="{9D8B030D-6E8A-4147-A177-3AD203B41FA5}">
                      <a16:colId xmlns:a16="http://schemas.microsoft.com/office/drawing/2014/main" val="2018763903"/>
                    </a:ext>
                  </a:extLst>
                </a:gridCol>
                <a:gridCol w="5622066">
                  <a:extLst>
                    <a:ext uri="{9D8B030D-6E8A-4147-A177-3AD203B41FA5}">
                      <a16:colId xmlns:a16="http://schemas.microsoft.com/office/drawing/2014/main" val="218502001"/>
                    </a:ext>
                  </a:extLst>
                </a:gridCol>
              </a:tblGrid>
              <a:tr h="4765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時期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/>
                        <a:t>内容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988008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7月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Illustratorでワイヤーフレーム作成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72962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8月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夜景スポットを撮影し、Photoshopで写真を加工・補正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1319902"/>
                  </a:ext>
                </a:extLst>
              </a:tr>
              <a:tr h="4765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9月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HTML・CSSでWebサイトを制作</a:t>
                      </a:r>
                      <a:r>
                        <a:rPr lang="ja-JP" altLang="en-US" sz="1700" dirty="0"/>
                        <a:t>開始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1190529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10月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デザイン調整</a:t>
                      </a:r>
                      <a:r>
                        <a:rPr lang="ja-JP" altLang="en-US" sz="1700" dirty="0"/>
                        <a:t>、コーディング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2659929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11月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Webサイトの修正・動作確認、</a:t>
                      </a:r>
                      <a:r>
                        <a:rPr lang="ja-JP" sz="1700" b="1" dirty="0"/>
                        <a:t>ポスターのデザイン・制作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3361872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12月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ポスター完成</a:t>
                      </a:r>
                      <a:r>
                        <a:rPr lang="ja-JP" altLang="en-US" sz="1700" dirty="0"/>
                        <a:t>、テーマ２つ目に入る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876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84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164</TotalTime>
  <Words>386</Words>
  <Application>Microsoft Office PowerPoint</Application>
  <PresentationFormat>ワイド画面</PresentationFormat>
  <Paragraphs>66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BIZ UDゴシック</vt:lpstr>
      <vt:lpstr>Arial</vt:lpstr>
      <vt:lpstr>Calibri</vt:lpstr>
      <vt:lpstr>Calibri Light</vt:lpstr>
      <vt:lpstr>Office 2013 - 2022 テーマ</vt:lpstr>
      <vt:lpstr>25007 大平凜音</vt:lpstr>
      <vt:lpstr>１つ目 　 制作目的 </vt:lpstr>
      <vt:lpstr>サイトの構成 </vt:lpstr>
      <vt:lpstr>サイトの内容 </vt:lpstr>
      <vt:lpstr>PowerPoint プレゼンテーション</vt:lpstr>
      <vt:lpstr>２つ目 　 制作目的 </vt:lpstr>
      <vt:lpstr>サイトの構成 </vt:lpstr>
      <vt:lpstr>サイトの内容 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大平　凜音</dc:creator>
  <cp:lastModifiedBy>大平　凜音</cp:lastModifiedBy>
  <cp:revision>3</cp:revision>
  <dcterms:created xsi:type="dcterms:W3CDTF">2026-06-29T04:19:42Z</dcterms:created>
  <dcterms:modified xsi:type="dcterms:W3CDTF">2026-07-02T01:03:22Z</dcterms:modified>
</cp:coreProperties>
</file>